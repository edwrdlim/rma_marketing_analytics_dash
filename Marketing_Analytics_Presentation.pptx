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7"/>
  </p:notesMasterIdLst>
  <p:sldIdLst>
    <p:sldId id="258" r:id="rId5"/>
    <p:sldId id="319" r:id="rId6"/>
    <p:sldId id="447" r:id="rId7"/>
    <p:sldId id="421" r:id="rId8"/>
    <p:sldId id="309" r:id="rId9"/>
    <p:sldId id="422" r:id="rId10"/>
    <p:sldId id="423" r:id="rId11"/>
    <p:sldId id="310" r:id="rId12"/>
    <p:sldId id="424" r:id="rId13"/>
    <p:sldId id="425" r:id="rId14"/>
    <p:sldId id="311" r:id="rId15"/>
    <p:sldId id="426" r:id="rId16"/>
    <p:sldId id="436" r:id="rId17"/>
    <p:sldId id="437" r:id="rId18"/>
    <p:sldId id="439" r:id="rId19"/>
    <p:sldId id="440" r:id="rId20"/>
    <p:sldId id="441" r:id="rId21"/>
    <p:sldId id="442" r:id="rId22"/>
    <p:sldId id="314" r:id="rId23"/>
    <p:sldId id="443" r:id="rId24"/>
    <p:sldId id="444" r:id="rId25"/>
    <p:sldId id="395" r:id="rId26"/>
  </p:sldIdLst>
  <p:sldSz cx="12192000" cy="6858000"/>
  <p:notesSz cx="6858000" cy="9144000"/>
  <p:defaultTextStyle>
    <a:defPPr>
      <a:defRPr lang="en-US"/>
    </a:defPPr>
    <a:lvl1pPr marL="0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7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3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0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06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83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60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36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13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m, Edward K" initials="LEK" lastIdx="1" clrIdx="0">
    <p:extLst>
      <p:ext uri="{19B8F6BF-5375-455C-9EA6-DF929625EA0E}">
        <p15:presenceInfo xmlns:p15="http://schemas.microsoft.com/office/powerpoint/2012/main" userId="S::ekl223@ic.ac.uk::a48279dd-5db7-4b68-89ed-3e51ae08f7d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7DC"/>
    <a:srgbClr val="F8F3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577E35-2B23-3EDB-682E-B0DA0797B16D}" v="130" dt="2026-03-28T22:14:13.403"/>
    <p1510:client id="{8895871B-CCF6-174D-89C0-CD2D8CEC0324}" v="1706" dt="2026-03-29T15:39:05.142"/>
    <p1510:client id="{C3871FC3-5EA3-DB90-BFB6-8A8CB34BAEB0}" v="760" dt="2026-03-28T17:51:56.030"/>
    <p1510:client id="{E2601FF4-EC4B-DBA4-B7E9-C4B61F3915E3}" v="61" dt="2026-03-29T15:40:05.808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160"/>
        <p:guide pos="3840"/>
      </p:guideLst>
    </p:cSldViewPr>
  </p:slideViewPr>
  <p:gridSpacing cx="72008" cy="72008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n, Wenyuan" userId="S::wy1124@ic.ac.uk::9c0502c3-520a-4e1d-807f-27d3026f35ae" providerId="AD" clId="Web-{76577E35-2B23-3EDB-682E-B0DA0797B16D}"/>
    <pc:docChg chg="addSld delSld modSld">
      <pc:chgData name="Yun, Wenyuan" userId="S::wy1124@ic.ac.uk::9c0502c3-520a-4e1d-807f-27d3026f35ae" providerId="AD" clId="Web-{76577E35-2B23-3EDB-682E-B0DA0797B16D}" dt="2026-03-28T22:14:13.403" v="123" actId="14100"/>
      <pc:docMkLst>
        <pc:docMk/>
      </pc:docMkLst>
      <pc:sldChg chg="addSp delSp modSp">
        <pc:chgData name="Yun, Wenyuan" userId="S::wy1124@ic.ac.uk::9c0502c3-520a-4e1d-807f-27d3026f35ae" providerId="AD" clId="Web-{76577E35-2B23-3EDB-682E-B0DA0797B16D}" dt="2026-03-28T22:06:24.970" v="17" actId="20577"/>
        <pc:sldMkLst>
          <pc:docMk/>
          <pc:sldMk cId="1322029041" sldId="396"/>
        </pc:sldMkLst>
        <pc:spChg chg="mod">
          <ac:chgData name="Yun, Wenyuan" userId="S::wy1124@ic.ac.uk::9c0502c3-520a-4e1d-807f-27d3026f35ae" providerId="AD" clId="Web-{76577E35-2B23-3EDB-682E-B0DA0797B16D}" dt="2026-03-28T22:06:24.970" v="17" actId="20577"/>
          <ac:spMkLst>
            <pc:docMk/>
            <pc:sldMk cId="1322029041" sldId="396"/>
            <ac:spMk id="54" creationId="{00000000-0000-0000-0000-000000000000}"/>
          </ac:spMkLst>
        </pc:spChg>
        <pc:picChg chg="add mod">
          <ac:chgData name="Yun, Wenyuan" userId="S::wy1124@ic.ac.uk::9c0502c3-520a-4e1d-807f-27d3026f35ae" providerId="AD" clId="Web-{76577E35-2B23-3EDB-682E-B0DA0797B16D}" dt="2026-03-28T22:00:53.008" v="6" actId="1076"/>
          <ac:picMkLst>
            <pc:docMk/>
            <pc:sldMk cId="1322029041" sldId="396"/>
            <ac:picMk id="4" creationId="{B1CA2DC5-1FCB-C07C-1C3F-102D12A82D53}"/>
          </ac:picMkLst>
        </pc:picChg>
        <pc:picChg chg="del">
          <ac:chgData name="Yun, Wenyuan" userId="S::wy1124@ic.ac.uk::9c0502c3-520a-4e1d-807f-27d3026f35ae" providerId="AD" clId="Web-{76577E35-2B23-3EDB-682E-B0DA0797B16D}" dt="2026-03-28T22:00:40.836" v="3"/>
          <ac:picMkLst>
            <pc:docMk/>
            <pc:sldMk cId="1322029041" sldId="396"/>
            <ac:picMk id="100" creationId="{00000000-0000-0000-0000-000000000000}"/>
          </ac:picMkLst>
        </pc:picChg>
      </pc:sldChg>
      <pc:sldChg chg="addSp delSp modSp">
        <pc:chgData name="Yun, Wenyuan" userId="S::wy1124@ic.ac.uk::9c0502c3-520a-4e1d-807f-27d3026f35ae" providerId="AD" clId="Web-{76577E35-2B23-3EDB-682E-B0DA0797B16D}" dt="2026-03-28T22:03:20.870" v="15" actId="1076"/>
        <pc:sldMkLst>
          <pc:docMk/>
          <pc:sldMk cId="2323191518" sldId="397"/>
        </pc:sldMkLst>
        <pc:picChg chg="add mod">
          <ac:chgData name="Yun, Wenyuan" userId="S::wy1124@ic.ac.uk::9c0502c3-520a-4e1d-807f-27d3026f35ae" providerId="AD" clId="Web-{76577E35-2B23-3EDB-682E-B0DA0797B16D}" dt="2026-03-28T22:03:20.870" v="15" actId="1076"/>
          <ac:picMkLst>
            <pc:docMk/>
            <pc:sldMk cId="2323191518" sldId="397"/>
            <ac:picMk id="4" creationId="{0FA6686D-B842-06BB-E237-393A197A939F}"/>
          </ac:picMkLst>
        </pc:picChg>
        <pc:picChg chg="del">
          <ac:chgData name="Yun, Wenyuan" userId="S::wy1124@ic.ac.uk::9c0502c3-520a-4e1d-807f-27d3026f35ae" providerId="AD" clId="Web-{76577E35-2B23-3EDB-682E-B0DA0797B16D}" dt="2026-03-28T22:02:49.088" v="7"/>
          <ac:picMkLst>
            <pc:docMk/>
            <pc:sldMk cId="2323191518" sldId="397"/>
            <ac:picMk id="100" creationId="{00000000-0000-0000-0000-000000000000}"/>
          </ac:picMkLst>
        </pc:picChg>
      </pc:sldChg>
      <pc:sldChg chg="addSp delSp modSp add del">
        <pc:chgData name="Yun, Wenyuan" userId="S::wy1124@ic.ac.uk::9c0502c3-520a-4e1d-807f-27d3026f35ae" providerId="AD" clId="Web-{76577E35-2B23-3EDB-682E-B0DA0797B16D}" dt="2026-03-28T22:14:13.403" v="123" actId="14100"/>
        <pc:sldMkLst>
          <pc:docMk/>
          <pc:sldMk cId="3526664493" sldId="423"/>
        </pc:sldMkLst>
        <pc:spChg chg="mod">
          <ac:chgData name="Yun, Wenyuan" userId="S::wy1124@ic.ac.uk::9c0502c3-520a-4e1d-807f-27d3026f35ae" providerId="AD" clId="Web-{76577E35-2B23-3EDB-682E-B0DA0797B16D}" dt="2026-03-28T22:11:09.863" v="104" actId="20577"/>
          <ac:spMkLst>
            <pc:docMk/>
            <pc:sldMk cId="3526664493" sldId="423"/>
            <ac:spMk id="2" creationId="{840FF3C8-C3FC-196A-75CB-ADC1B0CC5D8E}"/>
          </ac:spMkLst>
        </pc:spChg>
        <pc:spChg chg="mod">
          <ac:chgData name="Yun, Wenyuan" userId="S::wy1124@ic.ac.uk::9c0502c3-520a-4e1d-807f-27d3026f35ae" providerId="AD" clId="Web-{76577E35-2B23-3EDB-682E-B0DA0797B16D}" dt="2026-03-28T22:14:07.590" v="121" actId="14100"/>
          <ac:spMkLst>
            <pc:docMk/>
            <pc:sldMk cId="3526664493" sldId="423"/>
            <ac:spMk id="80" creationId="{00000000-0000-0000-0000-000000000000}"/>
          </ac:spMkLst>
        </pc:spChg>
        <pc:spChg chg="mod">
          <ac:chgData name="Yun, Wenyuan" userId="S::wy1124@ic.ac.uk::9c0502c3-520a-4e1d-807f-27d3026f35ae" providerId="AD" clId="Web-{76577E35-2B23-3EDB-682E-B0DA0797B16D}" dt="2026-03-28T22:14:10.872" v="122" actId="14100"/>
          <ac:spMkLst>
            <pc:docMk/>
            <pc:sldMk cId="3526664493" sldId="423"/>
            <ac:spMk id="81" creationId="{00000000-0000-0000-0000-000000000000}"/>
          </ac:spMkLst>
        </pc:spChg>
        <pc:spChg chg="mod">
          <ac:chgData name="Yun, Wenyuan" userId="S::wy1124@ic.ac.uk::9c0502c3-520a-4e1d-807f-27d3026f35ae" providerId="AD" clId="Web-{76577E35-2B23-3EDB-682E-B0DA0797B16D}" dt="2026-03-28T22:14:13.403" v="123" actId="14100"/>
          <ac:spMkLst>
            <pc:docMk/>
            <pc:sldMk cId="3526664493" sldId="423"/>
            <ac:spMk id="82" creationId="{00000000-0000-0000-0000-000000000000}"/>
          </ac:spMkLst>
        </pc:spChg>
        <pc:spChg chg="mod">
          <ac:chgData name="Yun, Wenyuan" userId="S::wy1124@ic.ac.uk::9c0502c3-520a-4e1d-807f-27d3026f35ae" providerId="AD" clId="Web-{76577E35-2B23-3EDB-682E-B0DA0797B16D}" dt="2026-03-28T22:13:29.776" v="115" actId="14100"/>
          <ac:spMkLst>
            <pc:docMk/>
            <pc:sldMk cId="3526664493" sldId="423"/>
            <ac:spMk id="90" creationId="{00000000-0000-0000-0000-000000000000}"/>
          </ac:spMkLst>
        </pc:spChg>
        <pc:spChg chg="mod">
          <ac:chgData name="Yun, Wenyuan" userId="S::wy1124@ic.ac.uk::9c0502c3-520a-4e1d-807f-27d3026f35ae" providerId="AD" clId="Web-{76577E35-2B23-3EDB-682E-B0DA0797B16D}" dt="2026-03-28T22:13:35.167" v="117" actId="1076"/>
          <ac:spMkLst>
            <pc:docMk/>
            <pc:sldMk cId="3526664493" sldId="423"/>
            <ac:spMk id="91" creationId="{00000000-0000-0000-0000-000000000000}"/>
          </ac:spMkLst>
        </pc:spChg>
        <pc:spChg chg="mod">
          <ac:chgData name="Yun, Wenyuan" userId="S::wy1124@ic.ac.uk::9c0502c3-520a-4e1d-807f-27d3026f35ae" providerId="AD" clId="Web-{76577E35-2B23-3EDB-682E-B0DA0797B16D}" dt="2026-03-28T22:13:38.480" v="118" actId="1076"/>
          <ac:spMkLst>
            <pc:docMk/>
            <pc:sldMk cId="3526664493" sldId="423"/>
            <ac:spMk id="92" creationId="{00000000-0000-0000-0000-000000000000}"/>
          </ac:spMkLst>
        </pc:spChg>
        <pc:picChg chg="del">
          <ac:chgData name="Yun, Wenyuan" userId="S::wy1124@ic.ac.uk::9c0502c3-520a-4e1d-807f-27d3026f35ae" providerId="AD" clId="Web-{76577E35-2B23-3EDB-682E-B0DA0797B16D}" dt="2026-03-28T22:08:04.801" v="18"/>
          <ac:picMkLst>
            <pc:docMk/>
            <pc:sldMk cId="3526664493" sldId="423"/>
            <ac:picMk id="4" creationId="{0FA6686D-B842-06BB-E237-393A197A939F}"/>
          </ac:picMkLst>
        </pc:picChg>
        <pc:picChg chg="add del mod">
          <ac:chgData name="Yun, Wenyuan" userId="S::wy1124@ic.ac.uk::9c0502c3-520a-4e1d-807f-27d3026f35ae" providerId="AD" clId="Web-{76577E35-2B23-3EDB-682E-B0DA0797B16D}" dt="2026-03-28T22:10:07.234" v="44"/>
          <ac:picMkLst>
            <pc:docMk/>
            <pc:sldMk cId="3526664493" sldId="423"/>
            <ac:picMk id="5" creationId="{515DD3FD-0F91-0097-978C-774CD9208EF6}"/>
          </ac:picMkLst>
        </pc:picChg>
        <pc:picChg chg="add del mod">
          <ac:chgData name="Yun, Wenyuan" userId="S::wy1124@ic.ac.uk::9c0502c3-520a-4e1d-807f-27d3026f35ae" providerId="AD" clId="Web-{76577E35-2B23-3EDB-682E-B0DA0797B16D}" dt="2026-03-28T22:12:57.650" v="107"/>
          <ac:picMkLst>
            <pc:docMk/>
            <pc:sldMk cId="3526664493" sldId="423"/>
            <ac:picMk id="6" creationId="{B3078C67-FF07-F238-A47C-F8C93C398263}"/>
          </ac:picMkLst>
        </pc:picChg>
        <pc:picChg chg="add mod">
          <ac:chgData name="Yun, Wenyuan" userId="S::wy1124@ic.ac.uk::9c0502c3-520a-4e1d-807f-27d3026f35ae" providerId="AD" clId="Web-{76577E35-2B23-3EDB-682E-B0DA0797B16D}" dt="2026-03-28T22:13:46.933" v="120" actId="1076"/>
          <ac:picMkLst>
            <pc:docMk/>
            <pc:sldMk cId="3526664493" sldId="423"/>
            <ac:picMk id="8" creationId="{1CE280E4-55A8-E5CF-E081-98CB1D751D1A}"/>
          </ac:picMkLst>
        </pc:picChg>
      </pc:sldChg>
    </pc:docChg>
  </pc:docChgLst>
  <pc:docChgLst>
    <pc:chgData name="Yun, Wenyuan" userId="S::wy1124@ic.ac.uk::9c0502c3-520a-4e1d-807f-27d3026f35ae" providerId="AD" clId="Web-{E2601FF4-EC4B-DBA4-B7E9-C4B61F3915E3}"/>
    <pc:docChg chg="modSld">
      <pc:chgData name="Yun, Wenyuan" userId="S::wy1124@ic.ac.uk::9c0502c3-520a-4e1d-807f-27d3026f35ae" providerId="AD" clId="Web-{E2601FF4-EC4B-DBA4-B7E9-C4B61F3915E3}" dt="2026-03-29T15:40:05.808" v="59" actId="20577"/>
      <pc:docMkLst>
        <pc:docMk/>
      </pc:docMkLst>
      <pc:sldChg chg="modSp">
        <pc:chgData name="Yun, Wenyuan" userId="S::wy1124@ic.ac.uk::9c0502c3-520a-4e1d-807f-27d3026f35ae" providerId="AD" clId="Web-{E2601FF4-EC4B-DBA4-B7E9-C4B61F3915E3}" dt="2026-03-29T15:35:49.625" v="12" actId="20577"/>
        <pc:sldMkLst>
          <pc:docMk/>
          <pc:sldMk cId="449668187" sldId="421"/>
        </pc:sldMkLst>
        <pc:spChg chg="mod">
          <ac:chgData name="Yun, Wenyuan" userId="S::wy1124@ic.ac.uk::9c0502c3-520a-4e1d-807f-27d3026f35ae" providerId="AD" clId="Web-{E2601FF4-EC4B-DBA4-B7E9-C4B61F3915E3}" dt="2026-03-29T15:34:58.312" v="2" actId="20577"/>
          <ac:spMkLst>
            <pc:docMk/>
            <pc:sldMk cId="449668187" sldId="421"/>
            <ac:spMk id="83" creationId="{00000000-0000-0000-0000-000000000000}"/>
          </ac:spMkLst>
        </pc:spChg>
        <pc:spChg chg="mod">
          <ac:chgData name="Yun, Wenyuan" userId="S::wy1124@ic.ac.uk::9c0502c3-520a-4e1d-807f-27d3026f35ae" providerId="AD" clId="Web-{E2601FF4-EC4B-DBA4-B7E9-C4B61F3915E3}" dt="2026-03-29T15:35:49.625" v="12" actId="20577"/>
          <ac:spMkLst>
            <pc:docMk/>
            <pc:sldMk cId="449668187" sldId="421"/>
            <ac:spMk id="131" creationId="{00000000-0000-0000-0000-000000000000}"/>
          </ac:spMkLst>
        </pc:spChg>
      </pc:sldChg>
      <pc:sldChg chg="modSp">
        <pc:chgData name="Yun, Wenyuan" userId="S::wy1124@ic.ac.uk::9c0502c3-520a-4e1d-807f-27d3026f35ae" providerId="AD" clId="Web-{E2601FF4-EC4B-DBA4-B7E9-C4B61F3915E3}" dt="2026-03-29T15:40:05.808" v="59" actId="20577"/>
        <pc:sldMkLst>
          <pc:docMk/>
          <pc:sldMk cId="3526664493" sldId="423"/>
        </pc:sldMkLst>
        <pc:spChg chg="mod">
          <ac:chgData name="Yun, Wenyuan" userId="S::wy1124@ic.ac.uk::9c0502c3-520a-4e1d-807f-27d3026f35ae" providerId="AD" clId="Web-{E2601FF4-EC4B-DBA4-B7E9-C4B61F3915E3}" dt="2026-03-29T15:39:53.027" v="57" actId="14100"/>
          <ac:spMkLst>
            <pc:docMk/>
            <pc:sldMk cId="3526664493" sldId="423"/>
            <ac:spMk id="60" creationId="{00000000-0000-0000-0000-000000000000}"/>
          </ac:spMkLst>
        </pc:spChg>
        <pc:spChg chg="mod">
          <ac:chgData name="Yun, Wenyuan" userId="S::wy1124@ic.ac.uk::9c0502c3-520a-4e1d-807f-27d3026f35ae" providerId="AD" clId="Web-{E2601FF4-EC4B-DBA4-B7E9-C4B61F3915E3}" dt="2026-03-29T15:40:05.808" v="59" actId="20577"/>
          <ac:spMkLst>
            <pc:docMk/>
            <pc:sldMk cId="3526664493" sldId="423"/>
            <ac:spMk id="61" creationId="{00000000-0000-0000-0000-000000000000}"/>
          </ac:spMkLst>
        </pc:spChg>
        <pc:spChg chg="mod">
          <ac:chgData name="Yun, Wenyuan" userId="S::wy1124@ic.ac.uk::9c0502c3-520a-4e1d-807f-27d3026f35ae" providerId="AD" clId="Web-{E2601FF4-EC4B-DBA4-B7E9-C4B61F3915E3}" dt="2026-03-29T15:39:49.854" v="56" actId="14100"/>
          <ac:spMkLst>
            <pc:docMk/>
            <pc:sldMk cId="3526664493" sldId="423"/>
            <ac:spMk id="63" creationId="{00000000-0000-0000-0000-000000000000}"/>
          </ac:spMkLst>
        </pc:spChg>
        <pc:spChg chg="mod">
          <ac:chgData name="Yun, Wenyuan" userId="S::wy1124@ic.ac.uk::9c0502c3-520a-4e1d-807f-27d3026f35ae" providerId="AD" clId="Web-{E2601FF4-EC4B-DBA4-B7E9-C4B61F3915E3}" dt="2026-03-29T15:39:05.118" v="33" actId="20577"/>
          <ac:spMkLst>
            <pc:docMk/>
            <pc:sldMk cId="3526664493" sldId="423"/>
            <ac:spMk id="64" creationId="{00000000-0000-0000-0000-000000000000}"/>
          </ac:spMkLst>
        </pc:spChg>
        <pc:spChg chg="mod">
          <ac:chgData name="Yun, Wenyuan" userId="S::wy1124@ic.ac.uk::9c0502c3-520a-4e1d-807f-27d3026f35ae" providerId="AD" clId="Web-{E2601FF4-EC4B-DBA4-B7E9-C4B61F3915E3}" dt="2026-03-29T15:39:35.822" v="46" actId="20577"/>
          <ac:spMkLst>
            <pc:docMk/>
            <pc:sldMk cId="3526664493" sldId="423"/>
            <ac:spMk id="66" creationId="{00000000-0000-0000-0000-000000000000}"/>
          </ac:spMkLst>
        </pc:spChg>
        <pc:spChg chg="mod">
          <ac:chgData name="Yun, Wenyuan" userId="S::wy1124@ic.ac.uk::9c0502c3-520a-4e1d-807f-27d3026f35ae" providerId="AD" clId="Web-{E2601FF4-EC4B-DBA4-B7E9-C4B61F3915E3}" dt="2026-03-29T15:39:44.245" v="55" actId="20577"/>
          <ac:spMkLst>
            <pc:docMk/>
            <pc:sldMk cId="3526664493" sldId="423"/>
            <ac:spMk id="67" creationId="{00000000-0000-0000-0000-000000000000}"/>
          </ac:spMkLst>
        </pc:spChg>
      </pc:sldChg>
    </pc:docChg>
  </pc:docChgLst>
  <pc:docChgLst>
    <pc:chgData name="Lim, Edward K" userId="a48279dd-5db7-4b68-89ed-3e51ae08f7d2" providerId="ADAL" clId="{75446AA0-040F-5121-B2A9-811F765C9832}"/>
    <pc:docChg chg="undo custSel addSld delSld modSld">
      <pc:chgData name="Lim, Edward K" userId="a48279dd-5db7-4b68-89ed-3e51ae08f7d2" providerId="ADAL" clId="{75446AA0-040F-5121-B2A9-811F765C9832}" dt="2026-03-29T15:39:05.142" v="847" actId="207"/>
      <pc:docMkLst>
        <pc:docMk/>
      </pc:docMkLst>
      <pc:sldChg chg="addSp modSp mod setBg">
        <pc:chgData name="Lim, Edward K" userId="a48279dd-5db7-4b68-89ed-3e51ae08f7d2" providerId="ADAL" clId="{75446AA0-040F-5121-B2A9-811F765C9832}" dt="2026-03-28T21:59:00.039" v="407" actId="20577"/>
        <pc:sldMkLst>
          <pc:docMk/>
          <pc:sldMk cId="3035115975" sldId="258"/>
        </pc:sldMkLst>
        <pc:spChg chg="mod">
          <ac:chgData name="Lim, Edward K" userId="a48279dd-5db7-4b68-89ed-3e51ae08f7d2" providerId="ADAL" clId="{75446AA0-040F-5121-B2A9-811F765C9832}" dt="2026-03-28T21:59:00.039" v="407" actId="20577"/>
          <ac:spMkLst>
            <pc:docMk/>
            <pc:sldMk cId="3035115975" sldId="258"/>
            <ac:spMk id="2" creationId="{60380337-D626-AC7B-5E8D-3144BB486543}"/>
          </ac:spMkLst>
        </pc:spChg>
        <pc:spChg chg="mod">
          <ac:chgData name="Lim, Edward K" userId="a48279dd-5db7-4b68-89ed-3e51ae08f7d2" providerId="ADAL" clId="{75446AA0-040F-5121-B2A9-811F765C9832}" dt="2026-03-28T21:54:13.860" v="361" actId="404"/>
          <ac:spMkLst>
            <pc:docMk/>
            <pc:sldMk cId="3035115975" sldId="258"/>
            <ac:spMk id="3" creationId="{8B7FCD95-DD6E-BAAA-DD32-3D1E187DA719}"/>
          </ac:spMkLst>
        </pc:spChg>
        <pc:spChg chg="add mod">
          <ac:chgData name="Lim, Edward K" userId="a48279dd-5db7-4b68-89ed-3e51ae08f7d2" providerId="ADAL" clId="{75446AA0-040F-5121-B2A9-811F765C9832}" dt="2026-03-28T21:53:36.344" v="342"/>
          <ac:spMkLst>
            <pc:docMk/>
            <pc:sldMk cId="3035115975" sldId="258"/>
            <ac:spMk id="4" creationId="{1AD39D85-CC68-6B9F-5FCF-37C674B87128}"/>
          </ac:spMkLst>
        </pc:spChg>
        <pc:spChg chg="mod">
          <ac:chgData name="Lim, Edward K" userId="a48279dd-5db7-4b68-89ed-3e51ae08f7d2" providerId="ADAL" clId="{75446AA0-040F-5121-B2A9-811F765C9832}" dt="2026-03-28T21:54:25.923" v="366" actId="20577"/>
          <ac:spMkLst>
            <pc:docMk/>
            <pc:sldMk cId="3035115975" sldId="258"/>
            <ac:spMk id="6" creationId="{17ADEF3F-453F-A867-067C-B77BAD46761F}"/>
          </ac:spMkLst>
        </pc:spChg>
      </pc:sldChg>
      <pc:sldChg chg="addSp modSp setBg">
        <pc:chgData name="Lim, Edward K" userId="a48279dd-5db7-4b68-89ed-3e51ae08f7d2" providerId="ADAL" clId="{75446AA0-040F-5121-B2A9-811F765C9832}" dt="2026-03-28T21:58:05.873" v="397"/>
        <pc:sldMkLst>
          <pc:docMk/>
          <pc:sldMk cId="2102112903" sldId="309"/>
        </pc:sldMkLst>
        <pc:spChg chg="add mod">
          <ac:chgData name="Lim, Edward K" userId="a48279dd-5db7-4b68-89ed-3e51ae08f7d2" providerId="ADAL" clId="{75446AA0-040F-5121-B2A9-811F765C9832}" dt="2026-03-28T21:53:46.416" v="349"/>
          <ac:spMkLst>
            <pc:docMk/>
            <pc:sldMk cId="2102112903" sldId="309"/>
            <ac:spMk id="4" creationId="{D0BFFCFC-FF71-5CFA-4ED1-02DCD420EEDD}"/>
          </ac:spMkLst>
        </pc:spChg>
      </pc:sldChg>
      <pc:sldChg chg="addSp modSp mod setBg">
        <pc:chgData name="Lim, Edward K" userId="a48279dd-5db7-4b68-89ed-3e51ae08f7d2" providerId="ADAL" clId="{75446AA0-040F-5121-B2A9-811F765C9832}" dt="2026-03-28T22:05:42.511" v="482" actId="20577"/>
        <pc:sldMkLst>
          <pc:docMk/>
          <pc:sldMk cId="676886214" sldId="310"/>
        </pc:sldMkLst>
        <pc:spChg chg="add mod">
          <ac:chgData name="Lim, Edward K" userId="a48279dd-5db7-4b68-89ed-3e51ae08f7d2" providerId="ADAL" clId="{75446AA0-040F-5121-B2A9-811F765C9832}" dt="2026-03-28T21:53:44.521" v="348"/>
          <ac:spMkLst>
            <pc:docMk/>
            <pc:sldMk cId="676886214" sldId="310"/>
            <ac:spMk id="4" creationId="{C21BA75C-A723-93C2-C555-30251F0B0007}"/>
          </ac:spMkLst>
        </pc:spChg>
        <pc:spChg chg="mod">
          <ac:chgData name="Lim, Edward K" userId="a48279dd-5db7-4b68-89ed-3e51ae08f7d2" providerId="ADAL" clId="{75446AA0-040F-5121-B2A9-811F765C9832}" dt="2026-03-28T22:05:42.511" v="482" actId="20577"/>
          <ac:spMkLst>
            <pc:docMk/>
            <pc:sldMk cId="676886214" sldId="310"/>
            <ac:spMk id="9" creationId="{F0707C01-5D36-9B7A-2CB1-692C074696EE}"/>
          </ac:spMkLst>
        </pc:spChg>
      </pc:sldChg>
      <pc:sldChg chg="addSp modSp setBg">
        <pc:chgData name="Lim, Edward K" userId="a48279dd-5db7-4b68-89ed-3e51ae08f7d2" providerId="ADAL" clId="{75446AA0-040F-5121-B2A9-811F765C9832}" dt="2026-03-28T21:58:24.695" v="400"/>
        <pc:sldMkLst>
          <pc:docMk/>
          <pc:sldMk cId="2570862048" sldId="311"/>
        </pc:sldMkLst>
        <pc:spChg chg="add mod">
          <ac:chgData name="Lim, Edward K" userId="a48279dd-5db7-4b68-89ed-3e51ae08f7d2" providerId="ADAL" clId="{75446AA0-040F-5121-B2A9-811F765C9832}" dt="2026-03-28T21:53:54.777" v="354"/>
          <ac:spMkLst>
            <pc:docMk/>
            <pc:sldMk cId="2570862048" sldId="311"/>
            <ac:spMk id="4" creationId="{50E6F725-4FE5-C200-27CF-36DDDFEDBEA0}"/>
          </ac:spMkLst>
        </pc:spChg>
      </pc:sldChg>
      <pc:sldChg chg="addSp modSp setBg">
        <pc:chgData name="Lim, Edward K" userId="a48279dd-5db7-4b68-89ed-3e51ae08f7d2" providerId="ADAL" clId="{75446AA0-040F-5121-B2A9-811F765C9832}" dt="2026-03-28T21:58:36.096" v="402"/>
        <pc:sldMkLst>
          <pc:docMk/>
          <pc:sldMk cId="1538854289" sldId="314"/>
        </pc:sldMkLst>
        <pc:spChg chg="add mod">
          <ac:chgData name="Lim, Edward K" userId="a48279dd-5db7-4b68-89ed-3e51ae08f7d2" providerId="ADAL" clId="{75446AA0-040F-5121-B2A9-811F765C9832}" dt="2026-03-28T21:54:03.654" v="357"/>
          <ac:spMkLst>
            <pc:docMk/>
            <pc:sldMk cId="1538854289" sldId="314"/>
            <ac:spMk id="4" creationId="{09CCA46F-473E-7380-18CD-614DEADB9908}"/>
          </ac:spMkLst>
        </pc:spChg>
      </pc:sldChg>
      <pc:sldChg chg="addSp modSp setBg">
        <pc:chgData name="Lim, Edward K" userId="a48279dd-5db7-4b68-89ed-3e51ae08f7d2" providerId="ADAL" clId="{75446AA0-040F-5121-B2A9-811F765C9832}" dt="2026-03-28T21:56:14.095" v="382"/>
        <pc:sldMkLst>
          <pc:docMk/>
          <pc:sldMk cId="1604241759" sldId="319"/>
        </pc:sldMkLst>
        <pc:spChg chg="add mod">
          <ac:chgData name="Lim, Edward K" userId="a48279dd-5db7-4b68-89ed-3e51ae08f7d2" providerId="ADAL" clId="{75446AA0-040F-5121-B2A9-811F765C9832}" dt="2026-03-28T21:53:33.913" v="341"/>
          <ac:spMkLst>
            <pc:docMk/>
            <pc:sldMk cId="1604241759" sldId="319"/>
            <ac:spMk id="2" creationId="{98070962-993D-3EB3-6325-3A55F39DEE92}"/>
          </ac:spMkLst>
        </pc:spChg>
      </pc:sldChg>
      <pc:sldChg chg="addSp modSp del setBg">
        <pc:chgData name="Lim, Edward K" userId="a48279dd-5db7-4b68-89ed-3e51ae08f7d2" providerId="ADAL" clId="{75446AA0-040F-5121-B2A9-811F765C9832}" dt="2026-03-28T22:07:13.876" v="486"/>
        <pc:sldMkLst>
          <pc:docMk/>
          <pc:sldMk cId="1069879901" sldId="325"/>
        </pc:sldMkLst>
        <pc:spChg chg="add mod">
          <ac:chgData name="Lim, Edward K" userId="a48279dd-5db7-4b68-89ed-3e51ae08f7d2" providerId="ADAL" clId="{75446AA0-040F-5121-B2A9-811F765C9832}" dt="2026-03-28T21:53:38.526" v="344"/>
          <ac:spMkLst>
            <pc:docMk/>
            <pc:sldMk cId="1069879901" sldId="325"/>
            <ac:spMk id="9" creationId="{F6075E45-843A-99AA-78C7-D7EA70D37103}"/>
          </ac:spMkLst>
        </pc:spChg>
      </pc:sldChg>
      <pc:sldChg chg="addSp modSp del mod setBg">
        <pc:chgData name="Lim, Edward K" userId="a48279dd-5db7-4b68-89ed-3e51ae08f7d2" providerId="ADAL" clId="{75446AA0-040F-5121-B2A9-811F765C9832}" dt="2026-03-28T22:07:12.533" v="484"/>
        <pc:sldMkLst>
          <pc:docMk/>
          <pc:sldMk cId="1474382765" sldId="379"/>
        </pc:sldMkLst>
        <pc:spChg chg="add mod">
          <ac:chgData name="Lim, Edward K" userId="a48279dd-5db7-4b68-89ed-3e51ae08f7d2" providerId="ADAL" clId="{75446AA0-040F-5121-B2A9-811F765C9832}" dt="2026-03-28T21:53:37.537" v="343"/>
          <ac:spMkLst>
            <pc:docMk/>
            <pc:sldMk cId="1474382765" sldId="379"/>
            <ac:spMk id="3" creationId="{12338F9A-BC53-8AD4-3446-15D6D1F92C99}"/>
          </ac:spMkLst>
        </pc:spChg>
        <pc:spChg chg="mod">
          <ac:chgData name="Lim, Edward K" userId="a48279dd-5db7-4b68-89ed-3e51ae08f7d2" providerId="ADAL" clId="{75446AA0-040F-5121-B2A9-811F765C9832}" dt="2026-03-28T21:51:58.284" v="187" actId="14100"/>
          <ac:spMkLst>
            <pc:docMk/>
            <pc:sldMk cId="1474382765" sldId="379"/>
            <ac:spMk id="90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8T22:04:25.512" v="471" actId="207"/>
          <ac:spMkLst>
            <pc:docMk/>
            <pc:sldMk cId="1474382765" sldId="379"/>
            <ac:spMk id="92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8T21:51:44.776" v="182" actId="1076"/>
          <ac:spMkLst>
            <pc:docMk/>
            <pc:sldMk cId="1474382765" sldId="379"/>
            <ac:spMk id="93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8T21:51:41.384" v="181" actId="1076"/>
          <ac:spMkLst>
            <pc:docMk/>
            <pc:sldMk cId="1474382765" sldId="379"/>
            <ac:spMk id="94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8T21:52:01.702" v="188" actId="14100"/>
          <ac:spMkLst>
            <pc:docMk/>
            <pc:sldMk cId="1474382765" sldId="379"/>
            <ac:spMk id="95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8T21:51:47.534" v="183" actId="1076"/>
          <ac:spMkLst>
            <pc:docMk/>
            <pc:sldMk cId="1474382765" sldId="379"/>
            <ac:spMk id="96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8T21:51:38.609" v="180" actId="1076"/>
          <ac:spMkLst>
            <pc:docMk/>
            <pc:sldMk cId="1474382765" sldId="379"/>
            <ac:spMk id="97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8T21:52:08.017" v="189" actId="1076"/>
          <ac:spMkLst>
            <pc:docMk/>
            <pc:sldMk cId="1474382765" sldId="379"/>
            <ac:spMk id="101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8T22:04:33.729" v="473" actId="207"/>
          <ac:spMkLst>
            <pc:docMk/>
            <pc:sldMk cId="1474382765" sldId="379"/>
            <ac:spMk id="120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8T22:04:33.729" v="473" actId="207"/>
          <ac:spMkLst>
            <pc:docMk/>
            <pc:sldMk cId="1474382765" sldId="379"/>
            <ac:spMk id="121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8T22:04:33.729" v="473" actId="207"/>
          <ac:spMkLst>
            <pc:docMk/>
            <pc:sldMk cId="1474382765" sldId="379"/>
            <ac:spMk id="122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8T22:04:33.729" v="473" actId="207"/>
          <ac:spMkLst>
            <pc:docMk/>
            <pc:sldMk cId="1474382765" sldId="379"/>
            <ac:spMk id="123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8T22:04:33.729" v="473" actId="207"/>
          <ac:spMkLst>
            <pc:docMk/>
            <pc:sldMk cId="1474382765" sldId="379"/>
            <ac:spMk id="124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8T22:04:33.729" v="473" actId="207"/>
          <ac:spMkLst>
            <pc:docMk/>
            <pc:sldMk cId="1474382765" sldId="379"/>
            <ac:spMk id="125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8T22:04:33.729" v="473" actId="207"/>
          <ac:spMkLst>
            <pc:docMk/>
            <pc:sldMk cId="1474382765" sldId="379"/>
            <ac:spMk id="126" creationId="{00000000-0000-0000-0000-000000000000}"/>
          </ac:spMkLst>
        </pc:spChg>
      </pc:sldChg>
      <pc:sldChg chg="addSp modSp del mod">
        <pc:chgData name="Lim, Edward K" userId="a48279dd-5db7-4b68-89ed-3e51ae08f7d2" providerId="ADAL" clId="{75446AA0-040F-5121-B2A9-811F765C9832}" dt="2026-03-28T22:07:38.678" v="512"/>
        <pc:sldMkLst>
          <pc:docMk/>
          <pc:sldMk cId="967219515" sldId="386"/>
        </pc:sldMkLst>
        <pc:spChg chg="add mod">
          <ac:chgData name="Lim, Edward K" userId="a48279dd-5db7-4b68-89ed-3e51ae08f7d2" providerId="ADAL" clId="{75446AA0-040F-5121-B2A9-811F765C9832}" dt="2026-03-28T21:54:04.981" v="358"/>
          <ac:spMkLst>
            <pc:docMk/>
            <pc:sldMk cId="967219515" sldId="386"/>
            <ac:spMk id="9" creationId="{50378D10-DBD9-BB19-09D6-F2975733D338}"/>
          </ac:spMkLst>
        </pc:spChg>
        <pc:spChg chg="add mod">
          <ac:chgData name="Lim, Edward K" userId="a48279dd-5db7-4b68-89ed-3e51ae08f7d2" providerId="ADAL" clId="{75446AA0-040F-5121-B2A9-811F765C9832}" dt="2026-03-28T22:03:43.254" v="462" actId="207"/>
          <ac:spMkLst>
            <pc:docMk/>
            <pc:sldMk cId="967219515" sldId="386"/>
            <ac:spMk id="10" creationId="{B5F86371-7FFB-3CC4-38F4-FFD49FCA7AA9}"/>
          </ac:spMkLst>
        </pc:spChg>
        <pc:spChg chg="add mod">
          <ac:chgData name="Lim, Edward K" userId="a48279dd-5db7-4b68-89ed-3e51ae08f7d2" providerId="ADAL" clId="{75446AA0-040F-5121-B2A9-811F765C9832}" dt="2026-03-28T22:03:43.254" v="462" actId="207"/>
          <ac:spMkLst>
            <pc:docMk/>
            <pc:sldMk cId="967219515" sldId="386"/>
            <ac:spMk id="11" creationId="{27857F90-D898-1436-FC24-7214720FB9AF}"/>
          </ac:spMkLst>
        </pc:spChg>
        <pc:spChg chg="add mod">
          <ac:chgData name="Lim, Edward K" userId="a48279dd-5db7-4b68-89ed-3e51ae08f7d2" providerId="ADAL" clId="{75446AA0-040F-5121-B2A9-811F765C9832}" dt="2026-03-28T22:03:43.254" v="462" actId="207"/>
          <ac:spMkLst>
            <pc:docMk/>
            <pc:sldMk cId="967219515" sldId="386"/>
            <ac:spMk id="12" creationId="{4BEF2969-65B6-A410-DA73-DF73BAD93AAE}"/>
          </ac:spMkLst>
        </pc:spChg>
        <pc:spChg chg="add mod">
          <ac:chgData name="Lim, Edward K" userId="a48279dd-5db7-4b68-89ed-3e51ae08f7d2" providerId="ADAL" clId="{75446AA0-040F-5121-B2A9-811F765C9832}" dt="2026-03-28T22:03:48.505" v="465" actId="767"/>
          <ac:spMkLst>
            <pc:docMk/>
            <pc:sldMk cId="967219515" sldId="386"/>
            <ac:spMk id="13" creationId="{8F9583C3-A394-1500-3BC7-D8D0D211C9EA}"/>
          </ac:spMkLst>
        </pc:spChg>
        <pc:spChg chg="mod">
          <ac:chgData name="Lim, Edward K" userId="a48279dd-5db7-4b68-89ed-3e51ae08f7d2" providerId="ADAL" clId="{75446AA0-040F-5121-B2A9-811F765C9832}" dt="2026-03-28T22:03:12.058" v="446" actId="207"/>
          <ac:spMkLst>
            <pc:docMk/>
            <pc:sldMk cId="967219515" sldId="386"/>
            <ac:spMk id="52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8T22:02:18.069" v="427" actId="207"/>
          <ac:spMkLst>
            <pc:docMk/>
            <pc:sldMk cId="967219515" sldId="386"/>
            <ac:spMk id="60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8T22:04:09.063" v="469" actId="208"/>
          <ac:spMkLst>
            <pc:docMk/>
            <pc:sldMk cId="967219515" sldId="386"/>
            <ac:spMk id="61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8T22:03:22.642" v="451" actId="207"/>
          <ac:spMkLst>
            <pc:docMk/>
            <pc:sldMk cId="967219515" sldId="386"/>
            <ac:spMk id="62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8T22:03:16.725" v="449" actId="207"/>
          <ac:spMkLst>
            <pc:docMk/>
            <pc:sldMk cId="967219515" sldId="386"/>
            <ac:spMk id="63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8T22:03:19.233" v="450" actId="207"/>
          <ac:spMkLst>
            <pc:docMk/>
            <pc:sldMk cId="967219515" sldId="386"/>
            <ac:spMk id="64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8T22:04:15.312" v="470" actId="207"/>
          <ac:spMkLst>
            <pc:docMk/>
            <pc:sldMk cId="967219515" sldId="386"/>
            <ac:spMk id="70" creationId="{00000000-0000-0000-0000-000000000000}"/>
          </ac:spMkLst>
        </pc:spChg>
        <pc:picChg chg="mod">
          <ac:chgData name="Lim, Edward K" userId="a48279dd-5db7-4b68-89ed-3e51ae08f7d2" providerId="ADAL" clId="{75446AA0-040F-5121-B2A9-811F765C9832}" dt="2026-03-28T22:03:43.254" v="462" actId="207"/>
          <ac:picMkLst>
            <pc:docMk/>
            <pc:sldMk cId="967219515" sldId="386"/>
            <ac:picMk id="84" creationId="{00000000-0000-0000-0000-000000000000}"/>
          </ac:picMkLst>
        </pc:picChg>
      </pc:sldChg>
      <pc:sldChg chg="addSp modSp del mod">
        <pc:chgData name="Lim, Edward K" userId="a48279dd-5db7-4b68-89ed-3e51ae08f7d2" providerId="ADAL" clId="{75446AA0-040F-5121-B2A9-811F765C9832}" dt="2026-03-28T22:07:39.641" v="514"/>
        <pc:sldMkLst>
          <pc:docMk/>
          <pc:sldMk cId="3337963237" sldId="387"/>
        </pc:sldMkLst>
        <pc:spChg chg="add mod">
          <ac:chgData name="Lim, Edward K" userId="a48279dd-5db7-4b68-89ed-3e51ae08f7d2" providerId="ADAL" clId="{75446AA0-040F-5121-B2A9-811F765C9832}" dt="2026-03-28T21:54:05.638" v="359"/>
          <ac:spMkLst>
            <pc:docMk/>
            <pc:sldMk cId="3337963237" sldId="387"/>
            <ac:spMk id="3" creationId="{8945B463-D73D-FFA9-D9BE-F4FC6A186451}"/>
          </ac:spMkLst>
        </pc:spChg>
        <pc:spChg chg="mod">
          <ac:chgData name="Lim, Edward K" userId="a48279dd-5db7-4b68-89ed-3e51ae08f7d2" providerId="ADAL" clId="{75446AA0-040F-5121-B2A9-811F765C9832}" dt="2026-03-28T21:49:57.073" v="12" actId="20577"/>
          <ac:spMkLst>
            <pc:docMk/>
            <pc:sldMk cId="3337963237" sldId="387"/>
            <ac:spMk id="52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8T21:50:07.905" v="13" actId="207"/>
          <ac:spMkLst>
            <pc:docMk/>
            <pc:sldMk cId="3337963237" sldId="387"/>
            <ac:spMk id="55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8T21:50:28.925" v="141" actId="20577"/>
          <ac:spMkLst>
            <pc:docMk/>
            <pc:sldMk cId="3337963237" sldId="387"/>
            <ac:spMk id="56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8T21:50:12.739" v="14" actId="207"/>
          <ac:spMkLst>
            <pc:docMk/>
            <pc:sldMk cId="3337963237" sldId="387"/>
            <ac:spMk id="65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8T21:50:14.865" v="15" actId="207"/>
          <ac:spMkLst>
            <pc:docMk/>
            <pc:sldMk cId="3337963237" sldId="387"/>
            <ac:spMk id="75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8T21:51:03.008" v="172" actId="20577"/>
          <ac:spMkLst>
            <pc:docMk/>
            <pc:sldMk cId="3337963237" sldId="387"/>
            <ac:spMk id="81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8T21:51:11.762" v="173" actId="207"/>
          <ac:spMkLst>
            <pc:docMk/>
            <pc:sldMk cId="3337963237" sldId="387"/>
            <ac:spMk id="82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8T21:51:14.186" v="174" actId="207"/>
          <ac:spMkLst>
            <pc:docMk/>
            <pc:sldMk cId="3337963237" sldId="387"/>
            <ac:spMk id="83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8T21:51:16.520" v="175" actId="207"/>
          <ac:spMkLst>
            <pc:docMk/>
            <pc:sldMk cId="3337963237" sldId="387"/>
            <ac:spMk id="84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8T21:51:18.728" v="176" actId="207"/>
          <ac:spMkLst>
            <pc:docMk/>
            <pc:sldMk cId="3337963237" sldId="387"/>
            <ac:spMk id="85" creationId="{00000000-0000-0000-0000-000000000000}"/>
          </ac:spMkLst>
        </pc:spChg>
      </pc:sldChg>
      <pc:sldChg chg="addSp delSp modSp del mod">
        <pc:chgData name="Lim, Edward K" userId="a48279dd-5db7-4b68-89ed-3e51ae08f7d2" providerId="ADAL" clId="{75446AA0-040F-5121-B2A9-811F765C9832}" dt="2026-03-28T21:55:54.323" v="374"/>
        <pc:sldMkLst>
          <pc:docMk/>
          <pc:sldMk cId="1081398019" sldId="389"/>
        </pc:sldMkLst>
        <pc:spChg chg="del">
          <ac:chgData name="Lim, Edward K" userId="a48279dd-5db7-4b68-89ed-3e51ae08f7d2" providerId="ADAL" clId="{75446AA0-040F-5121-B2A9-811F765C9832}" dt="2026-03-28T21:49:19.355" v="7" actId="478"/>
          <ac:spMkLst>
            <pc:docMk/>
            <pc:sldMk cId="1081398019" sldId="389"/>
            <ac:spMk id="4" creationId="{00000000-0000-0000-0000-000000000000}"/>
          </ac:spMkLst>
        </pc:spChg>
        <pc:spChg chg="add mod">
          <ac:chgData name="Lim, Edward K" userId="a48279dd-5db7-4b68-89ed-3e51ae08f7d2" providerId="ADAL" clId="{75446AA0-040F-5121-B2A9-811F765C9832}" dt="2026-03-28T21:53:51.530" v="352"/>
          <ac:spMkLst>
            <pc:docMk/>
            <pc:sldMk cId="1081398019" sldId="389"/>
            <ac:spMk id="25" creationId="{5085D1E8-1A04-58E8-C918-D6BB61E96753}"/>
          </ac:spMkLst>
        </pc:spChg>
      </pc:sldChg>
      <pc:sldChg chg="del">
        <pc:chgData name="Lim, Edward K" userId="a48279dd-5db7-4b68-89ed-3e51ae08f7d2" providerId="ADAL" clId="{75446AA0-040F-5121-B2A9-811F765C9832}" dt="2026-03-28T21:56:06.952" v="379"/>
        <pc:sldMkLst>
          <pc:docMk/>
          <pc:sldMk cId="2891229391" sldId="390"/>
        </pc:sldMkLst>
      </pc:sldChg>
      <pc:sldChg chg="modSp del mod">
        <pc:chgData name="Lim, Edward K" userId="a48279dd-5db7-4b68-89ed-3e51ae08f7d2" providerId="ADAL" clId="{75446AA0-040F-5121-B2A9-811F765C9832}" dt="2026-03-28T21:56:14.571" v="384"/>
        <pc:sldMkLst>
          <pc:docMk/>
          <pc:sldMk cId="2116173073" sldId="391"/>
        </pc:sldMkLst>
        <pc:graphicFrameChg chg="modGraphic">
          <ac:chgData name="Lim, Edward K" userId="a48279dd-5db7-4b68-89ed-3e51ae08f7d2" providerId="ADAL" clId="{75446AA0-040F-5121-B2A9-811F765C9832}" dt="2026-03-28T21:50:15.525" v="77"/>
          <ac:graphicFrameMkLst>
            <pc:docMk/>
            <pc:sldMk cId="2116173073" sldId="391"/>
            <ac:graphicFrameMk id="8" creationId="{00000000-0000-0000-0000-000000000000}"/>
          </ac:graphicFrameMkLst>
        </pc:graphicFrameChg>
        <pc:graphicFrameChg chg="modGraphic">
          <ac:chgData name="Lim, Edward K" userId="a48279dd-5db7-4b68-89ed-3e51ae08f7d2" providerId="ADAL" clId="{75446AA0-040F-5121-B2A9-811F765C9832}" dt="2026-03-28T21:50:15.549" v="139"/>
          <ac:graphicFrameMkLst>
            <pc:docMk/>
            <pc:sldMk cId="2116173073" sldId="391"/>
            <ac:graphicFrameMk id="13" creationId="{00000000-0000-0000-0000-000000000000}"/>
          </ac:graphicFrameMkLst>
        </pc:graphicFrameChg>
      </pc:sldChg>
      <pc:sldChg chg="del">
        <pc:chgData name="Lim, Edward K" userId="a48279dd-5db7-4b68-89ed-3e51ae08f7d2" providerId="ADAL" clId="{75446AA0-040F-5121-B2A9-811F765C9832}" dt="2026-03-28T21:46:48.988" v="1"/>
        <pc:sldMkLst>
          <pc:docMk/>
          <pc:sldMk cId="231198178" sldId="392"/>
        </pc:sldMkLst>
      </pc:sldChg>
      <pc:sldChg chg="del">
        <pc:chgData name="Lim, Edward K" userId="a48279dd-5db7-4b68-89ed-3e51ae08f7d2" providerId="ADAL" clId="{75446AA0-040F-5121-B2A9-811F765C9832}" dt="2026-03-28T21:46:51.041" v="3"/>
        <pc:sldMkLst>
          <pc:docMk/>
          <pc:sldMk cId="3516412759" sldId="393"/>
        </pc:sldMkLst>
      </pc:sldChg>
      <pc:sldChg chg="del">
        <pc:chgData name="Lim, Edward K" userId="a48279dd-5db7-4b68-89ed-3e51ae08f7d2" providerId="ADAL" clId="{75446AA0-040F-5121-B2A9-811F765C9832}" dt="2026-03-28T21:46:52.675" v="5"/>
        <pc:sldMkLst>
          <pc:docMk/>
          <pc:sldMk cId="3151782330" sldId="394"/>
        </pc:sldMkLst>
      </pc:sldChg>
      <pc:sldChg chg="addSp modSp">
        <pc:chgData name="Lim, Edward K" userId="a48279dd-5db7-4b68-89ed-3e51ae08f7d2" providerId="ADAL" clId="{75446AA0-040F-5121-B2A9-811F765C9832}" dt="2026-03-28T21:54:07.123" v="360"/>
        <pc:sldMkLst>
          <pc:docMk/>
          <pc:sldMk cId="4097681129" sldId="395"/>
        </pc:sldMkLst>
        <pc:spChg chg="add mod">
          <ac:chgData name="Lim, Edward K" userId="a48279dd-5db7-4b68-89ed-3e51ae08f7d2" providerId="ADAL" clId="{75446AA0-040F-5121-B2A9-811F765C9832}" dt="2026-03-28T21:54:07.123" v="360"/>
          <ac:spMkLst>
            <pc:docMk/>
            <pc:sldMk cId="4097681129" sldId="395"/>
            <ac:spMk id="5" creationId="{5D47E060-E7CB-9314-C122-8544B4538E54}"/>
          </ac:spMkLst>
        </pc:spChg>
      </pc:sldChg>
      <pc:sldChg chg="addSp delSp modSp del mod setBg">
        <pc:chgData name="Lim, Edward K" userId="a48279dd-5db7-4b68-89ed-3e51ae08f7d2" providerId="ADAL" clId="{75446AA0-040F-5121-B2A9-811F765C9832}" dt="2026-03-28T22:07:15.221" v="488"/>
        <pc:sldMkLst>
          <pc:docMk/>
          <pc:sldMk cId="1322029041" sldId="396"/>
        </pc:sldMkLst>
        <pc:spChg chg="add mod">
          <ac:chgData name="Lim, Edward K" userId="a48279dd-5db7-4b68-89ed-3e51ae08f7d2" providerId="ADAL" clId="{75446AA0-040F-5121-B2A9-811F765C9832}" dt="2026-03-28T21:53:40.371" v="345"/>
          <ac:spMkLst>
            <pc:docMk/>
            <pc:sldMk cId="1322029041" sldId="396"/>
            <ac:spMk id="3" creationId="{0B15B4C5-F382-0E9A-715F-9EADD7A7E5DD}"/>
          </ac:spMkLst>
        </pc:spChg>
        <pc:spChg chg="del">
          <ac:chgData name="Lim, Edward K" userId="a48279dd-5db7-4b68-89ed-3e51ae08f7d2" providerId="ADAL" clId="{75446AA0-040F-5121-B2A9-811F765C9832}" dt="2026-03-28T21:55:23.774" v="370" actId="478"/>
          <ac:spMkLst>
            <pc:docMk/>
            <pc:sldMk cId="1322029041" sldId="396"/>
            <ac:spMk id="95" creationId="{00000000-0000-0000-0000-000000000000}"/>
          </ac:spMkLst>
        </pc:spChg>
      </pc:sldChg>
      <pc:sldChg chg="addSp modSp del">
        <pc:chgData name="Lim, Edward K" userId="a48279dd-5db7-4b68-89ed-3e51ae08f7d2" providerId="ADAL" clId="{75446AA0-040F-5121-B2A9-811F765C9832}" dt="2026-03-28T22:07:16.286" v="490"/>
        <pc:sldMkLst>
          <pc:docMk/>
          <pc:sldMk cId="2323191518" sldId="397"/>
        </pc:sldMkLst>
        <pc:spChg chg="add mod">
          <ac:chgData name="Lim, Edward K" userId="a48279dd-5db7-4b68-89ed-3e51ae08f7d2" providerId="ADAL" clId="{75446AA0-040F-5121-B2A9-811F765C9832}" dt="2026-03-28T21:53:41.770" v="346"/>
          <ac:spMkLst>
            <pc:docMk/>
            <pc:sldMk cId="2323191518" sldId="397"/>
            <ac:spMk id="3" creationId="{29534325-A996-0913-78EF-F0DA10833CA0}"/>
          </ac:spMkLst>
        </pc:spChg>
      </pc:sldChg>
      <pc:sldChg chg="addSp modSp del setBg">
        <pc:chgData name="Lim, Edward K" userId="a48279dd-5db7-4b68-89ed-3e51ae08f7d2" providerId="ADAL" clId="{75446AA0-040F-5121-B2A9-811F765C9832}" dt="2026-03-28T22:07:20.611" v="492"/>
        <pc:sldMkLst>
          <pc:docMk/>
          <pc:sldMk cId="4278550518" sldId="398"/>
        </pc:sldMkLst>
        <pc:spChg chg="add mod">
          <ac:chgData name="Lim, Edward K" userId="a48279dd-5db7-4b68-89ed-3e51ae08f7d2" providerId="ADAL" clId="{75446AA0-040F-5121-B2A9-811F765C9832}" dt="2026-03-28T21:53:43.537" v="347"/>
          <ac:spMkLst>
            <pc:docMk/>
            <pc:sldMk cId="4278550518" sldId="398"/>
            <ac:spMk id="6" creationId="{B43FAE81-3E3E-3B06-A75D-495F461ECE0D}"/>
          </ac:spMkLst>
        </pc:spChg>
        <pc:spChg chg="add mod">
          <ac:chgData name="Lim, Edward K" userId="a48279dd-5db7-4b68-89ed-3e51ae08f7d2" providerId="ADAL" clId="{75446AA0-040F-5121-B2A9-811F765C9832}" dt="2026-03-28T21:53:48.956" v="351"/>
          <ac:spMkLst>
            <pc:docMk/>
            <pc:sldMk cId="4278550518" sldId="398"/>
            <ac:spMk id="8" creationId="{AE7EDAA4-0294-6CC6-3686-8302DFEA29CE}"/>
          </ac:spMkLst>
        </pc:spChg>
      </pc:sldChg>
      <pc:sldChg chg="addSp delSp modSp del mod">
        <pc:chgData name="Lim, Edward K" userId="a48279dd-5db7-4b68-89ed-3e51ae08f7d2" providerId="ADAL" clId="{75446AA0-040F-5121-B2A9-811F765C9832}" dt="2026-03-28T22:07:22.774" v="496"/>
        <pc:sldMkLst>
          <pc:docMk/>
          <pc:sldMk cId="112817157" sldId="400"/>
        </pc:sldMkLst>
        <pc:spChg chg="add mod">
          <ac:chgData name="Lim, Edward K" userId="a48279dd-5db7-4b68-89ed-3e51ae08f7d2" providerId="ADAL" clId="{75446AA0-040F-5121-B2A9-811F765C9832}" dt="2026-03-28T21:53:53.096" v="353"/>
          <ac:spMkLst>
            <pc:docMk/>
            <pc:sldMk cId="112817157" sldId="400"/>
            <ac:spMk id="2" creationId="{81D666DD-6096-AA5E-12E8-07596EA7F7F7}"/>
          </ac:spMkLst>
        </pc:spChg>
        <pc:spChg chg="del">
          <ac:chgData name="Lim, Edward K" userId="a48279dd-5db7-4b68-89ed-3e51ae08f7d2" providerId="ADAL" clId="{75446AA0-040F-5121-B2A9-811F765C9832}" dt="2026-03-28T21:49:17.302" v="6" actId="478"/>
          <ac:spMkLst>
            <pc:docMk/>
            <pc:sldMk cId="112817157" sldId="400"/>
            <ac:spMk id="16" creationId="{1429D58E-481C-8327-CC05-92274B595C5C}"/>
          </ac:spMkLst>
        </pc:spChg>
        <pc:spChg chg="del">
          <ac:chgData name="Lim, Edward K" userId="a48279dd-5db7-4b68-89ed-3e51ae08f7d2" providerId="ADAL" clId="{75446AA0-040F-5121-B2A9-811F765C9832}" dt="2026-03-28T22:01:18.059" v="425" actId="478"/>
          <ac:spMkLst>
            <pc:docMk/>
            <pc:sldMk cId="112817157" sldId="400"/>
            <ac:spMk id="61" creationId="{00000000-0000-0000-0000-000000000000}"/>
          </ac:spMkLst>
        </pc:spChg>
        <pc:spChg chg="del">
          <ac:chgData name="Lim, Edward K" userId="a48279dd-5db7-4b68-89ed-3e51ae08f7d2" providerId="ADAL" clId="{75446AA0-040F-5121-B2A9-811F765C9832}" dt="2026-03-28T22:01:16.802" v="424" actId="478"/>
          <ac:spMkLst>
            <pc:docMk/>
            <pc:sldMk cId="112817157" sldId="400"/>
            <ac:spMk id="71" creationId="{00000000-0000-0000-0000-000000000000}"/>
          </ac:spMkLst>
        </pc:spChg>
      </pc:sldChg>
      <pc:sldChg chg="addSp delSp modSp del mod">
        <pc:chgData name="Lim, Edward K" userId="a48279dd-5db7-4b68-89ed-3e51ae08f7d2" providerId="ADAL" clId="{75446AA0-040F-5121-B2A9-811F765C9832}" dt="2026-03-28T22:07:21.479" v="494"/>
        <pc:sldMkLst>
          <pc:docMk/>
          <pc:sldMk cId="3484112780" sldId="401"/>
        </pc:sldMkLst>
        <pc:spChg chg="mod">
          <ac:chgData name="Lim, Edward K" userId="a48279dd-5db7-4b68-89ed-3e51ae08f7d2" providerId="ADAL" clId="{75446AA0-040F-5121-B2A9-811F765C9832}" dt="2026-03-28T21:59:51.766" v="423" actId="20577"/>
          <ac:spMkLst>
            <pc:docMk/>
            <pc:sldMk cId="3484112780" sldId="401"/>
            <ac:spMk id="2" creationId="{840FF3C8-C3FC-196A-75CB-ADC1B0CC5D8E}"/>
          </ac:spMkLst>
        </pc:spChg>
        <pc:spChg chg="add mod">
          <ac:chgData name="Lim, Edward K" userId="a48279dd-5db7-4b68-89ed-3e51ae08f7d2" providerId="ADAL" clId="{75446AA0-040F-5121-B2A9-811F765C9832}" dt="2026-03-28T21:53:47.954" v="350"/>
          <ac:spMkLst>
            <pc:docMk/>
            <pc:sldMk cId="3484112780" sldId="401"/>
            <ac:spMk id="3" creationId="{1179CCBE-C162-2588-2934-1E11E72F511D}"/>
          </ac:spMkLst>
        </pc:spChg>
        <pc:spChg chg="del">
          <ac:chgData name="Lim, Edward K" userId="a48279dd-5db7-4b68-89ed-3e51ae08f7d2" providerId="ADAL" clId="{75446AA0-040F-5121-B2A9-811F765C9832}" dt="2026-03-28T21:59:49.733" v="422" actId="478"/>
          <ac:spMkLst>
            <pc:docMk/>
            <pc:sldMk cId="3484112780" sldId="401"/>
            <ac:spMk id="40" creationId="{00000000-0000-0000-0000-000000000000}"/>
          </ac:spMkLst>
        </pc:spChg>
        <pc:spChg chg="del mod">
          <ac:chgData name="Lim, Edward K" userId="a48279dd-5db7-4b68-89ed-3e51ae08f7d2" providerId="ADAL" clId="{75446AA0-040F-5121-B2A9-811F765C9832}" dt="2026-03-28T21:59:43.864" v="418" actId="478"/>
          <ac:spMkLst>
            <pc:docMk/>
            <pc:sldMk cId="3484112780" sldId="401"/>
            <ac:spMk id="51" creationId="{00000000-0000-0000-0000-000000000000}"/>
          </ac:spMkLst>
        </pc:spChg>
        <pc:spChg chg="del">
          <ac:chgData name="Lim, Edward K" userId="a48279dd-5db7-4b68-89ed-3e51ae08f7d2" providerId="ADAL" clId="{75446AA0-040F-5121-B2A9-811F765C9832}" dt="2026-03-28T21:59:45.300" v="419" actId="478"/>
          <ac:spMkLst>
            <pc:docMk/>
            <pc:sldMk cId="3484112780" sldId="401"/>
            <ac:spMk id="56" creationId="{00000000-0000-0000-0000-000000000000}"/>
          </ac:spMkLst>
        </pc:spChg>
        <pc:spChg chg="del">
          <ac:chgData name="Lim, Edward K" userId="a48279dd-5db7-4b68-89ed-3e51ae08f7d2" providerId="ADAL" clId="{75446AA0-040F-5121-B2A9-811F765C9832}" dt="2026-03-28T21:59:47.848" v="421" actId="478"/>
          <ac:spMkLst>
            <pc:docMk/>
            <pc:sldMk cId="3484112780" sldId="401"/>
            <ac:spMk id="61" creationId="{00000000-0000-0000-0000-000000000000}"/>
          </ac:spMkLst>
        </pc:spChg>
        <pc:spChg chg="del">
          <ac:chgData name="Lim, Edward K" userId="a48279dd-5db7-4b68-89ed-3e51ae08f7d2" providerId="ADAL" clId="{75446AA0-040F-5121-B2A9-811F765C9832}" dt="2026-03-28T21:59:46.580" v="420" actId="478"/>
          <ac:spMkLst>
            <pc:docMk/>
            <pc:sldMk cId="3484112780" sldId="401"/>
            <ac:spMk id="66" creationId="{00000000-0000-0000-0000-000000000000}"/>
          </ac:spMkLst>
        </pc:spChg>
      </pc:sldChg>
      <pc:sldChg chg="del">
        <pc:chgData name="Lim, Edward K" userId="a48279dd-5db7-4b68-89ed-3e51ae08f7d2" providerId="ADAL" clId="{75446AA0-040F-5121-B2A9-811F765C9832}" dt="2026-03-28T21:56:22.522" v="388"/>
        <pc:sldMkLst>
          <pc:docMk/>
          <pc:sldMk cId="4264316793" sldId="402"/>
        </pc:sldMkLst>
      </pc:sldChg>
      <pc:sldChg chg="delSp modSp add del mod">
        <pc:chgData name="Lim, Edward K" userId="a48279dd-5db7-4b68-89ed-3e51ae08f7d2" providerId="ADAL" clId="{75446AA0-040F-5121-B2A9-811F765C9832}" dt="2026-03-28T21:56:30.167" v="391"/>
        <pc:sldMkLst>
          <pc:docMk/>
          <pc:sldMk cId="1648785489" sldId="403"/>
        </pc:sldMkLst>
        <pc:spChg chg="del">
          <ac:chgData name="Lim, Edward K" userId="a48279dd-5db7-4b68-89ed-3e51ae08f7d2" providerId="ADAL" clId="{75446AA0-040F-5121-B2A9-811F765C9832}" dt="2026-03-28T21:52:33.389" v="190" actId="478"/>
          <ac:spMkLst>
            <pc:docMk/>
            <pc:sldMk cId="1648785489" sldId="403"/>
            <ac:spMk id="4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8T21:54:37.991" v="367" actId="208"/>
          <ac:spMkLst>
            <pc:docMk/>
            <pc:sldMk cId="1648785489" sldId="403"/>
            <ac:spMk id="7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8T21:54:40.142" v="368" actId="208"/>
          <ac:spMkLst>
            <pc:docMk/>
            <pc:sldMk cId="1648785489" sldId="403"/>
            <ac:spMk id="10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8T21:54:42.074" v="369" actId="208"/>
          <ac:spMkLst>
            <pc:docMk/>
            <pc:sldMk cId="1648785489" sldId="403"/>
            <ac:spMk id="13" creationId="{00000000-0000-0000-0000-000000000000}"/>
          </ac:spMkLst>
        </pc:spChg>
        <pc:graphicFrameChg chg="modGraphic">
          <ac:chgData name="Lim, Edward K" userId="a48279dd-5db7-4b68-89ed-3e51ae08f7d2" providerId="ADAL" clId="{75446AA0-040F-5121-B2A9-811F765C9832}" dt="2026-03-28T21:53:19.252" v="338"/>
          <ac:graphicFrameMkLst>
            <pc:docMk/>
            <pc:sldMk cId="1648785489" sldId="403"/>
            <ac:graphicFrameMk id="17" creationId="{00000000-0000-0000-0000-000000000000}"/>
          </ac:graphicFrameMkLst>
        </pc:graphicFrameChg>
      </pc:sldChg>
      <pc:sldChg chg="addSp delSp modSp add del mod">
        <pc:chgData name="Lim, Edward K" userId="a48279dd-5db7-4b68-89ed-3e51ae08f7d2" providerId="ADAL" clId="{75446AA0-040F-5121-B2A9-811F765C9832}" dt="2026-03-28T21:56:45.866" v="394"/>
        <pc:sldMkLst>
          <pc:docMk/>
          <pc:sldMk cId="2697095159" sldId="404"/>
        </pc:sldMkLst>
        <pc:spChg chg="del">
          <ac:chgData name="Lim, Edward K" userId="a48279dd-5db7-4b68-89ed-3e51ae08f7d2" providerId="ADAL" clId="{75446AA0-040F-5121-B2A9-811F765C9832}" dt="2026-03-28T21:53:19.089" v="198" actId="478"/>
          <ac:spMkLst>
            <pc:docMk/>
            <pc:sldMk cId="2697095159" sldId="404"/>
            <ac:spMk id="2" creationId="{00000000-0000-0000-0000-000000000000}"/>
          </ac:spMkLst>
        </pc:spChg>
        <pc:spChg chg="add mod">
          <ac:chgData name="Lim, Edward K" userId="a48279dd-5db7-4b68-89ed-3e51ae08f7d2" providerId="ADAL" clId="{75446AA0-040F-5121-B2A9-811F765C9832}" dt="2026-03-28T21:54:00.680" v="355"/>
          <ac:spMkLst>
            <pc:docMk/>
            <pc:sldMk cId="2697095159" sldId="404"/>
            <ac:spMk id="4" creationId="{7D11B4C2-C2CC-6162-ED39-2E536C44A35E}"/>
          </ac:spMkLst>
        </pc:spChg>
        <pc:spChg chg="mod">
          <ac:chgData name="Lim, Edward K" userId="a48279dd-5db7-4b68-89ed-3e51ae08f7d2" providerId="ADAL" clId="{75446AA0-040F-5121-B2A9-811F765C9832}" dt="2026-03-28T21:53:13.730" v="197" actId="14100"/>
          <ac:spMkLst>
            <pc:docMk/>
            <pc:sldMk cId="2697095159" sldId="404"/>
            <ac:spMk id="8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8T21:52:45.105" v="191" actId="14100"/>
          <ac:spMkLst>
            <pc:docMk/>
            <pc:sldMk cId="2697095159" sldId="404"/>
            <ac:spMk id="9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8T21:52:57.796" v="194" actId="1076"/>
          <ac:spMkLst>
            <pc:docMk/>
            <pc:sldMk cId="2697095159" sldId="404"/>
            <ac:spMk id="10" creationId="{00000000-0000-0000-0000-000000000000}"/>
          </ac:spMkLst>
        </pc:spChg>
      </pc:sldChg>
      <pc:sldChg chg="addSp delSp modSp add del mod">
        <pc:chgData name="Lim, Edward K" userId="a48279dd-5db7-4b68-89ed-3e51ae08f7d2" providerId="ADAL" clId="{75446AA0-040F-5121-B2A9-811F765C9832}" dt="2026-03-28T21:56:53.280" v="396"/>
        <pc:sldMkLst>
          <pc:docMk/>
          <pc:sldMk cId="763114402" sldId="405"/>
        </pc:sldMkLst>
        <pc:spChg chg="add del">
          <ac:chgData name="Lim, Edward K" userId="a48279dd-5db7-4b68-89ed-3e51ae08f7d2" providerId="ADAL" clId="{75446AA0-040F-5121-B2A9-811F765C9832}" dt="2026-03-28T21:53:29.691" v="340" actId="478"/>
          <ac:spMkLst>
            <pc:docMk/>
            <pc:sldMk cId="763114402" sldId="405"/>
            <ac:spMk id="2" creationId="{00000000-0000-0000-0000-000000000000}"/>
          </ac:spMkLst>
        </pc:spChg>
        <pc:spChg chg="add mod">
          <ac:chgData name="Lim, Edward K" userId="a48279dd-5db7-4b68-89ed-3e51ae08f7d2" providerId="ADAL" clId="{75446AA0-040F-5121-B2A9-811F765C9832}" dt="2026-03-28T21:54:01.743" v="356"/>
          <ac:spMkLst>
            <pc:docMk/>
            <pc:sldMk cId="763114402" sldId="405"/>
            <ac:spMk id="4" creationId="{6D0835DC-6FD5-B0D2-21BD-B69D79777DA9}"/>
          </ac:spMkLst>
        </pc:spChg>
      </pc:sldChg>
      <pc:sldChg chg="add del">
        <pc:chgData name="Lim, Edward K" userId="a48279dd-5db7-4b68-89ed-3e51ae08f7d2" providerId="ADAL" clId="{75446AA0-040F-5121-B2A9-811F765C9832}" dt="2026-03-28T22:02:59.174" v="440"/>
        <pc:sldMkLst>
          <pc:docMk/>
          <pc:sldMk cId="12874637" sldId="406"/>
        </pc:sldMkLst>
      </pc:sldChg>
      <pc:sldChg chg="add del">
        <pc:chgData name="Lim, Edward K" userId="a48279dd-5db7-4b68-89ed-3e51ae08f7d2" providerId="ADAL" clId="{75446AA0-040F-5121-B2A9-811F765C9832}" dt="2026-03-28T22:03:07.344" v="444"/>
        <pc:sldMkLst>
          <pc:docMk/>
          <pc:sldMk cId="3323727242" sldId="407"/>
        </pc:sldMkLst>
      </pc:sldChg>
      <pc:sldChg chg="add del">
        <pc:chgData name="Lim, Edward K" userId="a48279dd-5db7-4b68-89ed-3e51ae08f7d2" providerId="ADAL" clId="{75446AA0-040F-5121-B2A9-811F765C9832}" dt="2026-03-28T22:03:15.585" v="448"/>
        <pc:sldMkLst>
          <pc:docMk/>
          <pc:sldMk cId="819957542" sldId="408"/>
        </pc:sldMkLst>
      </pc:sldChg>
      <pc:sldChg chg="add del">
        <pc:chgData name="Lim, Edward K" userId="a48279dd-5db7-4b68-89ed-3e51ae08f7d2" providerId="ADAL" clId="{75446AA0-040F-5121-B2A9-811F765C9832}" dt="2026-03-28T22:03:24.560" v="453"/>
        <pc:sldMkLst>
          <pc:docMk/>
          <pc:sldMk cId="290168386" sldId="409"/>
        </pc:sldMkLst>
      </pc:sldChg>
      <pc:sldChg chg="add del">
        <pc:chgData name="Lim, Edward K" userId="a48279dd-5db7-4b68-89ed-3e51ae08f7d2" providerId="ADAL" clId="{75446AA0-040F-5121-B2A9-811F765C9832}" dt="2026-03-28T22:03:32.185" v="457"/>
        <pc:sldMkLst>
          <pc:docMk/>
          <pc:sldMk cId="20593552" sldId="410"/>
        </pc:sldMkLst>
      </pc:sldChg>
      <pc:sldChg chg="add del">
        <pc:chgData name="Lim, Edward K" userId="a48279dd-5db7-4b68-89ed-3e51ae08f7d2" providerId="ADAL" clId="{75446AA0-040F-5121-B2A9-811F765C9832}" dt="2026-03-28T22:03:40.194" v="461"/>
        <pc:sldMkLst>
          <pc:docMk/>
          <pc:sldMk cId="3960438215" sldId="411"/>
        </pc:sldMkLst>
      </pc:sldChg>
      <pc:sldChg chg="add del">
        <pc:chgData name="Lim, Edward K" userId="a48279dd-5db7-4b68-89ed-3e51ae08f7d2" providerId="ADAL" clId="{75446AA0-040F-5121-B2A9-811F765C9832}" dt="2026-03-28T22:03:48.378" v="464"/>
        <pc:sldMkLst>
          <pc:docMk/>
          <pc:sldMk cId="2959342736" sldId="412"/>
        </pc:sldMkLst>
      </pc:sldChg>
      <pc:sldChg chg="add del">
        <pc:chgData name="Lim, Edward K" userId="a48279dd-5db7-4b68-89ed-3e51ae08f7d2" providerId="ADAL" clId="{75446AA0-040F-5121-B2A9-811F765C9832}" dt="2026-03-28T22:07:24.023" v="498"/>
        <pc:sldMkLst>
          <pc:docMk/>
          <pc:sldMk cId="2092099558" sldId="413"/>
        </pc:sldMkLst>
      </pc:sldChg>
      <pc:sldChg chg="add del">
        <pc:chgData name="Lim, Edward K" userId="a48279dd-5db7-4b68-89ed-3e51ae08f7d2" providerId="ADAL" clId="{75446AA0-040F-5121-B2A9-811F765C9832}" dt="2026-03-28T22:07:28.619" v="500"/>
        <pc:sldMkLst>
          <pc:docMk/>
          <pc:sldMk cId="883566920" sldId="414"/>
        </pc:sldMkLst>
      </pc:sldChg>
      <pc:sldChg chg="add del">
        <pc:chgData name="Lim, Edward K" userId="a48279dd-5db7-4b68-89ed-3e51ae08f7d2" providerId="ADAL" clId="{75446AA0-040F-5121-B2A9-811F765C9832}" dt="2026-03-28T22:07:29.479" v="502"/>
        <pc:sldMkLst>
          <pc:docMk/>
          <pc:sldMk cId="2757587313" sldId="415"/>
        </pc:sldMkLst>
      </pc:sldChg>
      <pc:sldChg chg="add del">
        <pc:chgData name="Lim, Edward K" userId="a48279dd-5db7-4b68-89ed-3e51ae08f7d2" providerId="ADAL" clId="{75446AA0-040F-5121-B2A9-811F765C9832}" dt="2026-03-28T22:07:30.837" v="504"/>
        <pc:sldMkLst>
          <pc:docMk/>
          <pc:sldMk cId="728697221" sldId="416"/>
        </pc:sldMkLst>
      </pc:sldChg>
      <pc:sldChg chg="add del">
        <pc:chgData name="Lim, Edward K" userId="a48279dd-5db7-4b68-89ed-3e51ae08f7d2" providerId="ADAL" clId="{75446AA0-040F-5121-B2A9-811F765C9832}" dt="2026-03-28T22:07:31.884" v="506"/>
        <pc:sldMkLst>
          <pc:docMk/>
          <pc:sldMk cId="2282295031" sldId="417"/>
        </pc:sldMkLst>
      </pc:sldChg>
      <pc:sldChg chg="add del">
        <pc:chgData name="Lim, Edward K" userId="a48279dd-5db7-4b68-89ed-3e51ae08f7d2" providerId="ADAL" clId="{75446AA0-040F-5121-B2A9-811F765C9832}" dt="2026-03-28T22:07:36.464" v="508"/>
        <pc:sldMkLst>
          <pc:docMk/>
          <pc:sldMk cId="2941239769" sldId="418"/>
        </pc:sldMkLst>
      </pc:sldChg>
      <pc:sldChg chg="add del">
        <pc:chgData name="Lim, Edward K" userId="a48279dd-5db7-4b68-89ed-3e51ae08f7d2" providerId="ADAL" clId="{75446AA0-040F-5121-B2A9-811F765C9832}" dt="2026-03-28T22:07:37.242" v="510"/>
        <pc:sldMkLst>
          <pc:docMk/>
          <pc:sldMk cId="1512776317" sldId="419"/>
        </pc:sldMkLst>
      </pc:sldChg>
      <pc:sldChg chg="delSp modSp add del mod">
        <pc:chgData name="Lim, Edward K" userId="a48279dd-5db7-4b68-89ed-3e51ae08f7d2" providerId="ADAL" clId="{75446AA0-040F-5121-B2A9-811F765C9832}" dt="2026-03-29T15:23:07.571" v="585"/>
        <pc:sldMkLst>
          <pc:docMk/>
          <pc:sldMk cId="1894494531" sldId="420"/>
        </pc:sldMkLst>
        <pc:spChg chg="mod">
          <ac:chgData name="Lim, Edward K" userId="a48279dd-5db7-4b68-89ed-3e51ae08f7d2" providerId="ADAL" clId="{75446AA0-040F-5121-B2A9-811F765C9832}" dt="2026-03-29T15:21:20.385" v="574" actId="1076"/>
          <ac:spMkLst>
            <pc:docMk/>
            <pc:sldMk cId="1894494531" sldId="420"/>
            <ac:spMk id="90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9T15:21:32.988" v="578" actId="1076"/>
          <ac:spMkLst>
            <pc:docMk/>
            <pc:sldMk cId="1894494531" sldId="420"/>
            <ac:spMk id="92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9T15:21:26.819" v="576" actId="1076"/>
          <ac:spMkLst>
            <pc:docMk/>
            <pc:sldMk cId="1894494531" sldId="420"/>
            <ac:spMk id="93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9T15:21:29.943" v="577" actId="1076"/>
          <ac:spMkLst>
            <pc:docMk/>
            <pc:sldMk cId="1894494531" sldId="420"/>
            <ac:spMk id="94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9T15:21:36.009" v="579" actId="1076"/>
          <ac:spMkLst>
            <pc:docMk/>
            <pc:sldMk cId="1894494531" sldId="420"/>
            <ac:spMk id="95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9T15:21:40.301" v="580" actId="1076"/>
          <ac:spMkLst>
            <pc:docMk/>
            <pc:sldMk cId="1894494531" sldId="420"/>
            <ac:spMk id="96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9T15:21:44.268" v="581" actId="1076"/>
          <ac:spMkLst>
            <pc:docMk/>
            <pc:sldMk cId="1894494531" sldId="420"/>
            <ac:spMk id="97" creationId="{00000000-0000-0000-0000-000000000000}"/>
          </ac:spMkLst>
        </pc:spChg>
        <pc:spChg chg="del">
          <ac:chgData name="Lim, Edward K" userId="a48279dd-5db7-4b68-89ed-3e51ae08f7d2" providerId="ADAL" clId="{75446AA0-040F-5121-B2A9-811F765C9832}" dt="2026-03-29T15:20:30.366" v="557" actId="478"/>
          <ac:spMkLst>
            <pc:docMk/>
            <pc:sldMk cId="1894494531" sldId="420"/>
            <ac:spMk id="99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9T15:21:50.770" v="583" actId="122"/>
          <ac:spMkLst>
            <pc:docMk/>
            <pc:sldMk cId="1894494531" sldId="420"/>
            <ac:spMk id="101" creationId="{00000000-0000-0000-0000-000000000000}"/>
          </ac:spMkLst>
        </pc:spChg>
      </pc:sldChg>
      <pc:sldChg chg="modSp add mod">
        <pc:chgData name="Lim, Edward K" userId="a48279dd-5db7-4b68-89ed-3e51ae08f7d2" providerId="ADAL" clId="{75446AA0-040F-5121-B2A9-811F765C9832}" dt="2026-03-29T15:27:02.437" v="638" actId="208"/>
        <pc:sldMkLst>
          <pc:docMk/>
          <pc:sldMk cId="449668187" sldId="421"/>
        </pc:sldMkLst>
        <pc:spChg chg="mod">
          <ac:chgData name="Lim, Edward K" userId="a48279dd-5db7-4b68-89ed-3e51ae08f7d2" providerId="ADAL" clId="{75446AA0-040F-5121-B2A9-811F765C9832}" dt="2026-03-29T15:26:53.161" v="635" actId="208"/>
          <ac:spMkLst>
            <pc:docMk/>
            <pc:sldMk cId="449668187" sldId="421"/>
            <ac:spMk id="130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9T15:26:55.536" v="636" actId="208"/>
          <ac:spMkLst>
            <pc:docMk/>
            <pc:sldMk cId="449668187" sldId="421"/>
            <ac:spMk id="131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9T15:26:58.360" v="637" actId="208"/>
          <ac:spMkLst>
            <pc:docMk/>
            <pc:sldMk cId="449668187" sldId="421"/>
            <ac:spMk id="132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9T15:27:02.437" v="638" actId="208"/>
          <ac:spMkLst>
            <pc:docMk/>
            <pc:sldMk cId="449668187" sldId="421"/>
            <ac:spMk id="133" creationId="{00000000-0000-0000-0000-000000000000}"/>
          </ac:spMkLst>
        </pc:spChg>
      </pc:sldChg>
      <pc:sldChg chg="modSp add mod">
        <pc:chgData name="Lim, Edward K" userId="a48279dd-5db7-4b68-89ed-3e51ae08f7d2" providerId="ADAL" clId="{75446AA0-040F-5121-B2A9-811F765C9832}" dt="2026-03-28T22:20:27.003" v="556" actId="1076"/>
        <pc:sldMkLst>
          <pc:docMk/>
          <pc:sldMk cId="1151865646" sldId="422"/>
        </pc:sldMkLst>
        <pc:spChg chg="mod">
          <ac:chgData name="Lim, Edward K" userId="a48279dd-5db7-4b68-89ed-3e51ae08f7d2" providerId="ADAL" clId="{75446AA0-040F-5121-B2A9-811F765C9832}" dt="2026-03-28T22:10:59.208" v="534" actId="14100"/>
          <ac:spMkLst>
            <pc:docMk/>
            <pc:sldMk cId="1151865646" sldId="422"/>
            <ac:spMk id="50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8T22:10:59.208" v="534" actId="14100"/>
          <ac:spMkLst>
            <pc:docMk/>
            <pc:sldMk cId="1151865646" sldId="422"/>
            <ac:spMk id="51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8T22:10:59.208" v="534" actId="14100"/>
          <ac:spMkLst>
            <pc:docMk/>
            <pc:sldMk cId="1151865646" sldId="422"/>
            <ac:spMk id="52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8T22:11:39.758" v="546" actId="1076"/>
          <ac:spMkLst>
            <pc:docMk/>
            <pc:sldMk cId="1151865646" sldId="422"/>
            <ac:spMk id="54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8T22:11:47.193" v="547" actId="1076"/>
          <ac:spMkLst>
            <pc:docMk/>
            <pc:sldMk cId="1151865646" sldId="422"/>
            <ac:spMk id="60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8T22:20:17.652" v="554" actId="1076"/>
          <ac:spMkLst>
            <pc:docMk/>
            <pc:sldMk cId="1151865646" sldId="422"/>
            <ac:spMk id="61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8T22:11:39.758" v="546" actId="1076"/>
          <ac:spMkLst>
            <pc:docMk/>
            <pc:sldMk cId="1151865646" sldId="422"/>
            <ac:spMk id="62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8T22:11:39.758" v="546" actId="1076"/>
          <ac:spMkLst>
            <pc:docMk/>
            <pc:sldMk cId="1151865646" sldId="422"/>
            <ac:spMk id="63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8T22:11:39.758" v="546" actId="1076"/>
          <ac:spMkLst>
            <pc:docMk/>
            <pc:sldMk cId="1151865646" sldId="422"/>
            <ac:spMk id="64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8T22:10:59.208" v="534" actId="14100"/>
          <ac:spMkLst>
            <pc:docMk/>
            <pc:sldMk cId="1151865646" sldId="422"/>
            <ac:spMk id="70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8T22:19:07.452" v="551"/>
          <ac:spMkLst>
            <pc:docMk/>
            <pc:sldMk cId="1151865646" sldId="422"/>
            <ac:spMk id="71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8T22:11:39.758" v="546" actId="1076"/>
          <ac:spMkLst>
            <pc:docMk/>
            <pc:sldMk cId="1151865646" sldId="422"/>
            <ac:spMk id="72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8T22:11:39.758" v="546" actId="1076"/>
          <ac:spMkLst>
            <pc:docMk/>
            <pc:sldMk cId="1151865646" sldId="422"/>
            <ac:spMk id="73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8T22:10:59.208" v="534" actId="14100"/>
          <ac:spMkLst>
            <pc:docMk/>
            <pc:sldMk cId="1151865646" sldId="422"/>
            <ac:spMk id="74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8T22:20:24.131" v="555" actId="1076"/>
          <ac:spMkLst>
            <pc:docMk/>
            <pc:sldMk cId="1151865646" sldId="422"/>
            <ac:spMk id="80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8T22:20:27.003" v="556" actId="1076"/>
          <ac:spMkLst>
            <pc:docMk/>
            <pc:sldMk cId="1151865646" sldId="422"/>
            <ac:spMk id="81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8T22:11:39.758" v="546" actId="1076"/>
          <ac:spMkLst>
            <pc:docMk/>
            <pc:sldMk cId="1151865646" sldId="422"/>
            <ac:spMk id="82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8T22:11:39.758" v="546" actId="1076"/>
          <ac:spMkLst>
            <pc:docMk/>
            <pc:sldMk cId="1151865646" sldId="422"/>
            <ac:spMk id="83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8T22:11:39.758" v="546" actId="1076"/>
          <ac:spMkLst>
            <pc:docMk/>
            <pc:sldMk cId="1151865646" sldId="422"/>
            <ac:spMk id="84" creationId="{00000000-0000-0000-0000-000000000000}"/>
          </ac:spMkLst>
        </pc:spChg>
        <pc:picChg chg="mod modCrop">
          <ac:chgData name="Lim, Edward K" userId="a48279dd-5db7-4b68-89ed-3e51ae08f7d2" providerId="ADAL" clId="{75446AA0-040F-5121-B2A9-811F765C9832}" dt="2026-03-28T22:11:29.952" v="543" actId="1076"/>
          <ac:picMkLst>
            <pc:docMk/>
            <pc:sldMk cId="1151865646" sldId="422"/>
            <ac:picMk id="4" creationId="{B1CA2DC5-1FCB-C07C-1C3F-102D12A82D53}"/>
          </ac:picMkLst>
        </pc:picChg>
      </pc:sldChg>
      <pc:sldChg chg="modSp add mod">
        <pc:chgData name="Lim, Edward K" userId="a48279dd-5db7-4b68-89ed-3e51ae08f7d2" providerId="ADAL" clId="{75446AA0-040F-5121-B2A9-811F765C9832}" dt="2026-03-29T15:30:16.457" v="707" actId="207"/>
        <pc:sldMkLst>
          <pc:docMk/>
          <pc:sldMk cId="3526664493" sldId="423"/>
        </pc:sldMkLst>
        <pc:spChg chg="mod">
          <ac:chgData name="Lim, Edward K" userId="a48279dd-5db7-4b68-89ed-3e51ae08f7d2" providerId="ADAL" clId="{75446AA0-040F-5121-B2A9-811F765C9832}" dt="2026-03-29T15:30:09.001" v="704" actId="207"/>
          <ac:spMkLst>
            <pc:docMk/>
            <pc:sldMk cId="3526664493" sldId="423"/>
            <ac:spMk id="61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9T15:30:16.457" v="707" actId="207"/>
          <ac:spMkLst>
            <pc:docMk/>
            <pc:sldMk cId="3526664493" sldId="423"/>
            <ac:spMk id="64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9T15:30:13.558" v="706" actId="207"/>
          <ac:spMkLst>
            <pc:docMk/>
            <pc:sldMk cId="3526664493" sldId="423"/>
            <ac:spMk id="67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9T15:30:01.358" v="702" actId="207"/>
          <ac:spMkLst>
            <pc:docMk/>
            <pc:sldMk cId="3526664493" sldId="423"/>
            <ac:spMk id="80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9T15:29:57.077" v="701" actId="207"/>
          <ac:spMkLst>
            <pc:docMk/>
            <pc:sldMk cId="3526664493" sldId="423"/>
            <ac:spMk id="81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9T15:30:03.181" v="703" actId="207"/>
          <ac:spMkLst>
            <pc:docMk/>
            <pc:sldMk cId="3526664493" sldId="423"/>
            <ac:spMk id="82" creationId="{00000000-0000-0000-0000-000000000000}"/>
          </ac:spMkLst>
        </pc:spChg>
      </pc:sldChg>
      <pc:sldChg chg="modSp add mod">
        <pc:chgData name="Lim, Edward K" userId="a48279dd-5db7-4b68-89ed-3e51ae08f7d2" providerId="ADAL" clId="{75446AA0-040F-5121-B2A9-811F765C9832}" dt="2026-03-29T15:27:55.878" v="680" actId="20577"/>
        <pc:sldMkLst>
          <pc:docMk/>
          <pc:sldMk cId="199543581" sldId="424"/>
        </pc:sldMkLst>
        <pc:spChg chg="mod">
          <ac:chgData name="Lim, Edward K" userId="a48279dd-5db7-4b68-89ed-3e51ae08f7d2" providerId="ADAL" clId="{75446AA0-040F-5121-B2A9-811F765C9832}" dt="2026-03-29T15:27:55.878" v="680" actId="20577"/>
          <ac:spMkLst>
            <pc:docMk/>
            <pc:sldMk cId="199543581" sldId="424"/>
            <ac:spMk id="50" creationId="{00000000-0000-0000-0000-000000000000}"/>
          </ac:spMkLst>
        </pc:spChg>
      </pc:sldChg>
      <pc:sldChg chg="modSp add mod">
        <pc:chgData name="Lim, Edward K" userId="a48279dd-5db7-4b68-89ed-3e51ae08f7d2" providerId="ADAL" clId="{75446AA0-040F-5121-B2A9-811F765C9832}" dt="2026-03-29T15:28:23.830" v="684" actId="14100"/>
        <pc:sldMkLst>
          <pc:docMk/>
          <pc:sldMk cId="1615545660" sldId="425"/>
        </pc:sldMkLst>
        <pc:picChg chg="mod modCrop">
          <ac:chgData name="Lim, Edward K" userId="a48279dd-5db7-4b68-89ed-3e51ae08f7d2" providerId="ADAL" clId="{75446AA0-040F-5121-B2A9-811F765C9832}" dt="2026-03-29T15:28:23.830" v="684" actId="14100"/>
          <ac:picMkLst>
            <pc:docMk/>
            <pc:sldMk cId="1615545660" sldId="425"/>
            <ac:picMk id="100" creationId="{00000000-0000-0000-0000-000000000000}"/>
          </ac:picMkLst>
        </pc:picChg>
      </pc:sldChg>
      <pc:sldChg chg="modSp add mod">
        <pc:chgData name="Lim, Edward K" userId="a48279dd-5db7-4b68-89ed-3e51ae08f7d2" providerId="ADAL" clId="{75446AA0-040F-5121-B2A9-811F765C9832}" dt="2026-03-29T15:29:19.571" v="690" actId="1076"/>
        <pc:sldMkLst>
          <pc:docMk/>
          <pc:sldMk cId="2272223395" sldId="426"/>
        </pc:sldMkLst>
        <pc:picChg chg="mod modCrop">
          <ac:chgData name="Lim, Edward K" userId="a48279dd-5db7-4b68-89ed-3e51ae08f7d2" providerId="ADAL" clId="{75446AA0-040F-5121-B2A9-811F765C9832}" dt="2026-03-29T15:29:19.571" v="690" actId="1076"/>
          <ac:picMkLst>
            <pc:docMk/>
            <pc:sldMk cId="2272223395" sldId="426"/>
            <ac:picMk id="100" creationId="{00000000-0000-0000-0000-000000000000}"/>
          </ac:picMkLst>
        </pc:picChg>
      </pc:sldChg>
      <pc:sldChg chg="add del">
        <pc:chgData name="Lim, Edward K" userId="a48279dd-5db7-4b68-89ed-3e51ae08f7d2" providerId="ADAL" clId="{75446AA0-040F-5121-B2A9-811F765C9832}" dt="2026-03-28T22:08:46.242" v="516"/>
        <pc:sldMkLst>
          <pc:docMk/>
          <pc:sldMk cId="2030024969" sldId="427"/>
        </pc:sldMkLst>
      </pc:sldChg>
      <pc:sldChg chg="add del">
        <pc:chgData name="Lim, Edward K" userId="a48279dd-5db7-4b68-89ed-3e51ae08f7d2" providerId="ADAL" clId="{75446AA0-040F-5121-B2A9-811F765C9832}" dt="2026-03-28T22:08:47.586" v="518"/>
        <pc:sldMkLst>
          <pc:docMk/>
          <pc:sldMk cId="4165563159" sldId="428"/>
        </pc:sldMkLst>
      </pc:sldChg>
      <pc:sldChg chg="add del">
        <pc:chgData name="Lim, Edward K" userId="a48279dd-5db7-4b68-89ed-3e51ae08f7d2" providerId="ADAL" clId="{75446AA0-040F-5121-B2A9-811F765C9832}" dt="2026-03-28T22:08:48.461" v="520"/>
        <pc:sldMkLst>
          <pc:docMk/>
          <pc:sldMk cId="3850769752" sldId="429"/>
        </pc:sldMkLst>
      </pc:sldChg>
      <pc:sldChg chg="add del">
        <pc:chgData name="Lim, Edward K" userId="a48279dd-5db7-4b68-89ed-3e51ae08f7d2" providerId="ADAL" clId="{75446AA0-040F-5121-B2A9-811F765C9832}" dt="2026-03-28T22:08:49.598" v="522"/>
        <pc:sldMkLst>
          <pc:docMk/>
          <pc:sldMk cId="3200661415" sldId="430"/>
        </pc:sldMkLst>
      </pc:sldChg>
      <pc:sldChg chg="add del">
        <pc:chgData name="Lim, Edward K" userId="a48279dd-5db7-4b68-89ed-3e51ae08f7d2" providerId="ADAL" clId="{75446AA0-040F-5121-B2A9-811F765C9832}" dt="2026-03-28T22:08:53.567" v="524"/>
        <pc:sldMkLst>
          <pc:docMk/>
          <pc:sldMk cId="3021635850" sldId="431"/>
        </pc:sldMkLst>
      </pc:sldChg>
      <pc:sldChg chg="add del">
        <pc:chgData name="Lim, Edward K" userId="a48279dd-5db7-4b68-89ed-3e51ae08f7d2" providerId="ADAL" clId="{75446AA0-040F-5121-B2A9-811F765C9832}" dt="2026-03-28T22:08:54.876" v="526"/>
        <pc:sldMkLst>
          <pc:docMk/>
          <pc:sldMk cId="864580581" sldId="432"/>
        </pc:sldMkLst>
      </pc:sldChg>
      <pc:sldChg chg="add del">
        <pc:chgData name="Lim, Edward K" userId="a48279dd-5db7-4b68-89ed-3e51ae08f7d2" providerId="ADAL" clId="{75446AA0-040F-5121-B2A9-811F765C9832}" dt="2026-03-28T22:08:56.200" v="528"/>
        <pc:sldMkLst>
          <pc:docMk/>
          <pc:sldMk cId="3616443101" sldId="433"/>
        </pc:sldMkLst>
      </pc:sldChg>
      <pc:sldChg chg="add del">
        <pc:chgData name="Lim, Edward K" userId="a48279dd-5db7-4b68-89ed-3e51ae08f7d2" providerId="ADAL" clId="{75446AA0-040F-5121-B2A9-811F765C9832}" dt="2026-03-28T22:08:57.353" v="530"/>
        <pc:sldMkLst>
          <pc:docMk/>
          <pc:sldMk cId="2711776831" sldId="434"/>
        </pc:sldMkLst>
      </pc:sldChg>
      <pc:sldChg chg="add del">
        <pc:chgData name="Lim, Edward K" userId="a48279dd-5db7-4b68-89ed-3e51ae08f7d2" providerId="ADAL" clId="{75446AA0-040F-5121-B2A9-811F765C9832}" dt="2026-03-28T22:09:01.551" v="532"/>
        <pc:sldMkLst>
          <pc:docMk/>
          <pc:sldMk cId="585731226" sldId="435"/>
        </pc:sldMkLst>
      </pc:sldChg>
      <pc:sldChg chg="modSp add mod">
        <pc:chgData name="Lim, Edward K" userId="a48279dd-5db7-4b68-89ed-3e51ae08f7d2" providerId="ADAL" clId="{75446AA0-040F-5121-B2A9-811F765C9832}" dt="2026-03-29T15:35:37.896" v="738" actId="20577"/>
        <pc:sldMkLst>
          <pc:docMk/>
          <pc:sldMk cId="972821820" sldId="436"/>
        </pc:sldMkLst>
        <pc:spChg chg="mod">
          <ac:chgData name="Lim, Edward K" userId="a48279dd-5db7-4b68-89ed-3e51ae08f7d2" providerId="ADAL" clId="{75446AA0-040F-5121-B2A9-811F765C9832}" dt="2026-03-29T15:35:28.393" v="737" actId="20577"/>
          <ac:spMkLst>
            <pc:docMk/>
            <pc:sldMk cId="972821820" sldId="436"/>
            <ac:spMk id="12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9T15:35:37.896" v="738" actId="20577"/>
          <ac:spMkLst>
            <pc:docMk/>
            <pc:sldMk cId="972821820" sldId="436"/>
            <ac:spMk id="24" creationId="{00000000-0000-0000-0000-000000000000}"/>
          </ac:spMkLst>
        </pc:spChg>
      </pc:sldChg>
      <pc:sldChg chg="add">
        <pc:chgData name="Lim, Edward K" userId="a48279dd-5db7-4b68-89ed-3e51ae08f7d2" providerId="ADAL" clId="{75446AA0-040F-5121-B2A9-811F765C9832}" dt="2026-03-28T22:08:47.583" v="517"/>
        <pc:sldMkLst>
          <pc:docMk/>
          <pc:sldMk cId="1026056809" sldId="437"/>
        </pc:sldMkLst>
      </pc:sldChg>
      <pc:sldChg chg="modSp add del mod">
        <pc:chgData name="Lim, Edward K" userId="a48279dd-5db7-4b68-89ed-3e51ae08f7d2" providerId="ADAL" clId="{75446AA0-040F-5121-B2A9-811F765C9832}" dt="2026-03-29T15:33:06.188" v="727" actId="2696"/>
        <pc:sldMkLst>
          <pc:docMk/>
          <pc:sldMk cId="917809955" sldId="438"/>
        </pc:sldMkLst>
        <pc:spChg chg="mod">
          <ac:chgData name="Lim, Edward K" userId="a48279dd-5db7-4b68-89ed-3e51ae08f7d2" providerId="ADAL" clId="{75446AA0-040F-5121-B2A9-811F765C9832}" dt="2026-03-29T15:32:40.953" v="724" actId="207"/>
          <ac:spMkLst>
            <pc:docMk/>
            <pc:sldMk cId="917809955" sldId="438"/>
            <ac:spMk id="14" creationId="{00000000-0000-0000-0000-000000000000}"/>
          </ac:spMkLst>
        </pc:spChg>
      </pc:sldChg>
      <pc:sldChg chg="addSp delSp modSp add mod">
        <pc:chgData name="Lim, Edward K" userId="a48279dd-5db7-4b68-89ed-3e51ae08f7d2" providerId="ADAL" clId="{75446AA0-040F-5121-B2A9-811F765C9832}" dt="2026-03-29T15:36:43.792" v="816" actId="207"/>
        <pc:sldMkLst>
          <pc:docMk/>
          <pc:sldMk cId="990464909" sldId="439"/>
        </pc:sldMkLst>
        <pc:spChg chg="add mod">
          <ac:chgData name="Lim, Edward K" userId="a48279dd-5db7-4b68-89ed-3e51ae08f7d2" providerId="ADAL" clId="{75446AA0-040F-5121-B2A9-811F765C9832}" dt="2026-03-29T15:36:43.792" v="816" actId="207"/>
          <ac:spMkLst>
            <pc:docMk/>
            <pc:sldMk cId="990464909" sldId="439"/>
            <ac:spMk id="5" creationId="{F6B624F5-F362-5111-4EDF-D5E0AC6D2078}"/>
          </ac:spMkLst>
        </pc:spChg>
        <pc:spChg chg="mod">
          <ac:chgData name="Lim, Edward K" userId="a48279dd-5db7-4b68-89ed-3e51ae08f7d2" providerId="ADAL" clId="{75446AA0-040F-5121-B2A9-811F765C9832}" dt="2026-03-29T15:35:55.131" v="799" actId="14100"/>
          <ac:spMkLst>
            <pc:docMk/>
            <pc:sldMk cId="990464909" sldId="439"/>
            <ac:spMk id="11" creationId="{C45DA01B-4B1F-5BA2-FF97-4395E3704371}"/>
          </ac:spMkLst>
        </pc:spChg>
        <pc:spChg chg="del">
          <ac:chgData name="Lim, Edward K" userId="a48279dd-5db7-4b68-89ed-3e51ae08f7d2" providerId="ADAL" clId="{75446AA0-040F-5121-B2A9-811F765C9832}" dt="2026-03-29T15:33:03.062" v="725" actId="478"/>
          <ac:spMkLst>
            <pc:docMk/>
            <pc:sldMk cId="990464909" sldId="439"/>
            <ac:spMk id="14" creationId="{44B64E2A-998D-C628-63DE-75F8DAD065F9}"/>
          </ac:spMkLst>
        </pc:spChg>
        <pc:graphicFrameChg chg="modGraphic">
          <ac:chgData name="Lim, Edward K" userId="a48279dd-5db7-4b68-89ed-3e51ae08f7d2" providerId="ADAL" clId="{75446AA0-040F-5121-B2A9-811F765C9832}" dt="2026-03-29T15:35:43.588" v="768"/>
          <ac:graphicFrameMkLst>
            <pc:docMk/>
            <pc:sldMk cId="990464909" sldId="439"/>
            <ac:graphicFrameMk id="8" creationId="{7A65B8AB-8E66-6666-A6DA-76C067FBA628}"/>
          </ac:graphicFrameMkLst>
        </pc:graphicFrameChg>
        <pc:graphicFrameChg chg="modGraphic">
          <ac:chgData name="Lim, Edward K" userId="a48279dd-5db7-4b68-89ed-3e51ae08f7d2" providerId="ADAL" clId="{75446AA0-040F-5121-B2A9-811F765C9832}" dt="2026-03-29T15:36:36.651" v="815" actId="207"/>
          <ac:graphicFrameMkLst>
            <pc:docMk/>
            <pc:sldMk cId="990464909" sldId="439"/>
            <ac:graphicFrameMk id="13" creationId="{6D1A82B3-2742-423B-AD62-A9F7F660B12B}"/>
          </ac:graphicFrameMkLst>
        </pc:graphicFrameChg>
      </pc:sldChg>
      <pc:sldChg chg="add">
        <pc:chgData name="Lim, Edward K" userId="a48279dd-5db7-4b68-89ed-3e51ae08f7d2" providerId="ADAL" clId="{75446AA0-040F-5121-B2A9-811F765C9832}" dt="2026-03-28T22:08:53.563" v="523"/>
        <pc:sldMkLst>
          <pc:docMk/>
          <pc:sldMk cId="184450896" sldId="440"/>
        </pc:sldMkLst>
      </pc:sldChg>
      <pc:sldChg chg="add">
        <pc:chgData name="Lim, Edward K" userId="a48279dd-5db7-4b68-89ed-3e51ae08f7d2" providerId="ADAL" clId="{75446AA0-040F-5121-B2A9-811F765C9832}" dt="2026-03-28T22:08:54.872" v="525"/>
        <pc:sldMkLst>
          <pc:docMk/>
          <pc:sldMk cId="933772895" sldId="441"/>
        </pc:sldMkLst>
      </pc:sldChg>
      <pc:sldChg chg="modSp add mod">
        <pc:chgData name="Lim, Edward K" userId="a48279dd-5db7-4b68-89ed-3e51ae08f7d2" providerId="ADAL" clId="{75446AA0-040F-5121-B2A9-811F765C9832}" dt="2026-03-29T15:31:22.172" v="715" actId="20577"/>
        <pc:sldMkLst>
          <pc:docMk/>
          <pc:sldMk cId="364644729" sldId="442"/>
        </pc:sldMkLst>
        <pc:spChg chg="mod">
          <ac:chgData name="Lim, Edward K" userId="a48279dd-5db7-4b68-89ed-3e51ae08f7d2" providerId="ADAL" clId="{75446AA0-040F-5121-B2A9-811F765C9832}" dt="2026-03-29T15:31:14.564" v="713" actId="113"/>
          <ac:spMkLst>
            <pc:docMk/>
            <pc:sldMk cId="364644729" sldId="442"/>
            <ac:spMk id="12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9T15:31:18.872" v="714" actId="20577"/>
          <ac:spMkLst>
            <pc:docMk/>
            <pc:sldMk cId="364644729" sldId="442"/>
            <ac:spMk id="18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9T15:30:51.041" v="712" actId="207"/>
          <ac:spMkLst>
            <pc:docMk/>
            <pc:sldMk cId="364644729" sldId="442"/>
            <ac:spMk id="24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9T15:31:22.172" v="715" actId="20577"/>
          <ac:spMkLst>
            <pc:docMk/>
            <pc:sldMk cId="364644729" sldId="442"/>
            <ac:spMk id="30" creationId="{00000000-0000-0000-0000-000000000000}"/>
          </ac:spMkLst>
        </pc:spChg>
      </pc:sldChg>
      <pc:sldChg chg="modSp add mod">
        <pc:chgData name="Lim, Edward K" userId="a48279dd-5db7-4b68-89ed-3e51ae08f7d2" providerId="ADAL" clId="{75446AA0-040F-5121-B2A9-811F765C9832}" dt="2026-03-29T15:38:40.791" v="841" actId="14100"/>
        <pc:sldMkLst>
          <pc:docMk/>
          <pc:sldMk cId="2817329684" sldId="443"/>
        </pc:sldMkLst>
        <pc:spChg chg="mod">
          <ac:chgData name="Lim, Edward K" userId="a48279dd-5db7-4b68-89ed-3e51ae08f7d2" providerId="ADAL" clId="{75446AA0-040F-5121-B2A9-811F765C9832}" dt="2026-03-29T15:31:42.959" v="717" actId="20577"/>
          <ac:spMkLst>
            <pc:docMk/>
            <pc:sldMk cId="2817329684" sldId="443"/>
            <ac:spMk id="52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9T15:31:40.639" v="716" actId="20577"/>
          <ac:spMkLst>
            <pc:docMk/>
            <pc:sldMk cId="2817329684" sldId="443"/>
            <ac:spMk id="62" creationId="{00000000-0000-0000-0000-000000000000}"/>
          </ac:spMkLst>
        </pc:spChg>
        <pc:picChg chg="mod">
          <ac:chgData name="Lim, Edward K" userId="a48279dd-5db7-4b68-89ed-3e51ae08f7d2" providerId="ADAL" clId="{75446AA0-040F-5121-B2A9-811F765C9832}" dt="2026-03-29T15:38:40.791" v="841" actId="14100"/>
          <ac:picMkLst>
            <pc:docMk/>
            <pc:sldMk cId="2817329684" sldId="443"/>
            <ac:picMk id="85" creationId="{00000000-0000-0000-0000-000000000000}"/>
          </ac:picMkLst>
        </pc:picChg>
      </pc:sldChg>
      <pc:sldChg chg="modSp add mod">
        <pc:chgData name="Lim, Edward K" userId="a48279dd-5db7-4b68-89ed-3e51ae08f7d2" providerId="ADAL" clId="{75446AA0-040F-5121-B2A9-811F765C9832}" dt="2026-03-29T15:38:34.164" v="840" actId="207"/>
        <pc:sldMkLst>
          <pc:docMk/>
          <pc:sldMk cId="1312565579" sldId="444"/>
        </pc:sldMkLst>
        <pc:spChg chg="mod">
          <ac:chgData name="Lim, Edward K" userId="a48279dd-5db7-4b68-89ed-3e51ae08f7d2" providerId="ADAL" clId="{75446AA0-040F-5121-B2A9-811F765C9832}" dt="2026-03-29T15:38:26.750" v="837" actId="207"/>
          <ac:spMkLst>
            <pc:docMk/>
            <pc:sldMk cId="1312565579" sldId="444"/>
            <ac:spMk id="55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9T15:38:28.729" v="838" actId="207"/>
          <ac:spMkLst>
            <pc:docMk/>
            <pc:sldMk cId="1312565579" sldId="444"/>
            <ac:spMk id="65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9T15:38:30.616" v="839" actId="207"/>
          <ac:spMkLst>
            <pc:docMk/>
            <pc:sldMk cId="1312565579" sldId="444"/>
            <ac:spMk id="75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9T15:38:34.164" v="840" actId="207"/>
          <ac:spMkLst>
            <pc:docMk/>
            <pc:sldMk cId="1312565579" sldId="444"/>
            <ac:spMk id="80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9T15:37:40.092" v="821" actId="207"/>
          <ac:spMkLst>
            <pc:docMk/>
            <pc:sldMk cId="1312565579" sldId="444"/>
            <ac:spMk id="81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9T15:37:58.587" v="828" actId="207"/>
          <ac:spMkLst>
            <pc:docMk/>
            <pc:sldMk cId="1312565579" sldId="444"/>
            <ac:spMk id="82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9T15:37:56.567" v="827" actId="207"/>
          <ac:spMkLst>
            <pc:docMk/>
            <pc:sldMk cId="1312565579" sldId="444"/>
            <ac:spMk id="83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9T15:37:54.372" v="826" actId="207"/>
          <ac:spMkLst>
            <pc:docMk/>
            <pc:sldMk cId="1312565579" sldId="444"/>
            <ac:spMk id="84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9T15:37:52.100" v="825" actId="207"/>
          <ac:spMkLst>
            <pc:docMk/>
            <pc:sldMk cId="1312565579" sldId="444"/>
            <ac:spMk id="85" creationId="{00000000-0000-0000-0000-000000000000}"/>
          </ac:spMkLst>
        </pc:spChg>
      </pc:sldChg>
      <pc:sldChg chg="modSp add del mod">
        <pc:chgData name="Lim, Edward K" userId="a48279dd-5db7-4b68-89ed-3e51ae08f7d2" providerId="ADAL" clId="{75446AA0-040F-5121-B2A9-811F765C9832}" dt="2026-03-29T15:24:16.623" v="612"/>
        <pc:sldMkLst>
          <pc:docMk/>
          <pc:sldMk cId="3359954166" sldId="445"/>
        </pc:sldMkLst>
        <pc:spChg chg="mod">
          <ac:chgData name="Lim, Edward K" userId="a48279dd-5db7-4b68-89ed-3e51ae08f7d2" providerId="ADAL" clId="{75446AA0-040F-5121-B2A9-811F765C9832}" dt="2026-03-29T15:23:59.895" v="599" actId="1076"/>
          <ac:spMkLst>
            <pc:docMk/>
            <pc:sldMk cId="3359954166" sldId="445"/>
            <ac:spMk id="92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9T15:24:14.313" v="610" actId="403"/>
          <ac:spMkLst>
            <pc:docMk/>
            <pc:sldMk cId="3359954166" sldId="445"/>
            <ac:spMk id="101" creationId="{00000000-0000-0000-0000-000000000000}"/>
          </ac:spMkLst>
        </pc:spChg>
      </pc:sldChg>
      <pc:sldChg chg="modSp add del mod">
        <pc:chgData name="Lim, Edward K" userId="a48279dd-5db7-4b68-89ed-3e51ae08f7d2" providerId="ADAL" clId="{75446AA0-040F-5121-B2A9-811F765C9832}" dt="2026-03-29T15:27:02.931" v="640"/>
        <pc:sldMkLst>
          <pc:docMk/>
          <pc:sldMk cId="2335875060" sldId="446"/>
        </pc:sldMkLst>
        <pc:spChg chg="mod">
          <ac:chgData name="Lim, Edward K" userId="a48279dd-5db7-4b68-89ed-3e51ae08f7d2" providerId="ADAL" clId="{75446AA0-040F-5121-B2A9-811F765C9832}" dt="2026-03-29T15:26:35.327" v="634" actId="14100"/>
          <ac:spMkLst>
            <pc:docMk/>
            <pc:sldMk cId="2335875060" sldId="446"/>
            <ac:spMk id="101" creationId="{00000000-0000-0000-0000-000000000000}"/>
          </ac:spMkLst>
        </pc:spChg>
      </pc:sldChg>
      <pc:sldChg chg="modSp add mod">
        <pc:chgData name="Lim, Edward K" userId="a48279dd-5db7-4b68-89ed-3e51ae08f7d2" providerId="ADAL" clId="{75446AA0-040F-5121-B2A9-811F765C9832}" dt="2026-03-29T15:39:05.142" v="847" actId="207"/>
        <pc:sldMkLst>
          <pc:docMk/>
          <pc:sldMk cId="3707338231" sldId="447"/>
        </pc:sldMkLst>
        <pc:spChg chg="mod">
          <ac:chgData name="Lim, Edward K" userId="a48279dd-5db7-4b68-89ed-3e51ae08f7d2" providerId="ADAL" clId="{75446AA0-040F-5121-B2A9-811F765C9832}" dt="2026-03-29T15:39:05.142" v="847" actId="207"/>
          <ac:spMkLst>
            <pc:docMk/>
            <pc:sldMk cId="3707338231" sldId="447"/>
            <ac:spMk id="92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9T15:27:16.084" v="663"/>
          <ac:spMkLst>
            <pc:docMk/>
            <pc:sldMk cId="3707338231" sldId="447"/>
            <ac:spMk id="120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9T15:27:16.090" v="666"/>
          <ac:spMkLst>
            <pc:docMk/>
            <pc:sldMk cId="3707338231" sldId="447"/>
            <ac:spMk id="121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9T15:27:16.094" v="669"/>
          <ac:spMkLst>
            <pc:docMk/>
            <pc:sldMk cId="3707338231" sldId="447"/>
            <ac:spMk id="122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9T15:27:16.099" v="672"/>
          <ac:spMkLst>
            <pc:docMk/>
            <pc:sldMk cId="3707338231" sldId="447"/>
            <ac:spMk id="123" creationId="{00000000-0000-0000-0000-000000000000}"/>
          </ac:spMkLst>
        </pc:spChg>
        <pc:spChg chg="mod">
          <ac:chgData name="Lim, Edward K" userId="a48279dd-5db7-4b68-89ed-3e51ae08f7d2" providerId="ADAL" clId="{75446AA0-040F-5121-B2A9-811F765C9832}" dt="2026-03-29T15:27:16.103" v="675"/>
          <ac:spMkLst>
            <pc:docMk/>
            <pc:sldMk cId="3707338231" sldId="447"/>
            <ac:spMk id="124" creationId="{00000000-0000-0000-0000-000000000000}"/>
          </ac:spMkLst>
        </pc:spChg>
      </pc:sldChg>
    </pc:docChg>
  </pc:docChgLst>
</pc:chgInfo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SKU Count</c:v>
                </c:pt>
              </c:strCache>
            </c:strRef>
          </c:tx>
          <c:spPr>
            <a:solidFill>
              <a:srgbClr val="1A1A9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28B-0448-BF95-8D26B7D5024D}"/>
              </c:ext>
            </c:extLst>
          </c:dPt>
          <c:dPt>
            <c:idx val="1"/>
            <c:invertIfNegative val="0"/>
            <c:bubble3D val="0"/>
            <c:spPr>
              <a:solidFill>
                <a:srgbClr val="4040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28B-0448-BF95-8D26B7D5024D}"/>
              </c:ext>
            </c:extLst>
          </c:dPt>
          <c:dPt>
            <c:idx val="2"/>
            <c:invertIfNegative val="0"/>
            <c:bubble3D val="0"/>
            <c:spPr>
              <a:solidFill>
                <a:srgbClr val="7B68E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28B-0448-BF95-8D26B7D5024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000080"/>
                    </a:solidFill>
                    <a:latin typeface="Arial"/>
                  </a:defRPr>
                </a:pPr>
                <a:endParaRPr lang="en-Q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Inelastic
(|e| &lt; 1)</c:v>
                </c:pt>
                <c:pt idx="1">
                  <c:v>Moderately Elastic
(1 ≤ |e| &lt; 2)</c:v>
                </c:pt>
                <c:pt idx="2">
                  <c:v>Highly Elastic
(|e| ≥ 2)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18</c:v>
                </c:pt>
                <c:pt idx="2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28B-0448-BF95-8D26B7D5024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A4A"/>
                </a:solidFill>
                <a:latin typeface="Arial"/>
              </a:defRPr>
            </a:pPr>
            <a:endParaRPr lang="en-QA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Incremental Units/Week</c:v>
                </c:pt>
              </c:strCache>
            </c:strRef>
          </c:tx>
          <c:spPr>
            <a:solidFill>
              <a:srgbClr val="0000CD"/>
            </a:solidFill>
            <a:effectLst/>
          </c:spPr>
          <c:invertIfNegative val="0"/>
          <c:dLbls>
            <c:numFmt formatCode="\+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000080"/>
                    </a:solidFill>
                    <a:latin typeface="Arial"/>
                  </a:defRPr>
                </a:pPr>
                <a:endParaRPr lang="en-Q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SKU 28
Smartphone stands</c:v>
                </c:pt>
                <c:pt idx="1">
                  <c:v>SKU 12
Streaming sticks</c:v>
                </c:pt>
                <c:pt idx="2">
                  <c:v>SKU 6
Selfie sticks</c:v>
                </c:pt>
                <c:pt idx="3">
                  <c:v>SKU 23
Selfie sticks</c:v>
                </c:pt>
                <c:pt idx="4">
                  <c:v>SKU 11
Streaming sticks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32.6</c:v>
                </c:pt>
                <c:pt idx="1">
                  <c:v>34.5</c:v>
                </c:pt>
                <c:pt idx="2">
                  <c:v>35.8</c:v>
                </c:pt>
                <c:pt idx="3">
                  <c:v>44.8</c:v>
                </c:pt>
                <c:pt idx="4">
                  <c:v>141.3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FA-C14B-8E7F-97299312321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4A4A"/>
                </a:solidFill>
                <a:latin typeface="Arial"/>
              </a:defRPr>
            </a:pPr>
            <a:endParaRPr lang="en-QA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E0D2A8-8F95-47C2-ABE1-A779F5A43C98}" type="datetimeFigureOut">
              <a:rPr lang="en-US" smtClean="0"/>
              <a:t>3/29/26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7663E2-27CE-4C79-91D3-7F5C4262D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559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7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3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0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6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3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0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36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3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55AA2-4E0A-5433-D9A3-5EE51CD91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605E37-A016-45A3-4347-338F07C68A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CDB377-B96E-C2B8-3A71-A3F7F5D90E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84F24-FEDE-D3AC-840D-5BDE494E14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0501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AB2A3-0EFF-7AA5-DFFD-A2C8D1E74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EAA76F-9DC5-A2AF-E297-867A3F5268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3854EC-61C0-78F8-1BAF-76B216A73D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6C485-B1D3-2C53-FB24-0F38A11BB3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1871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4">
            <a:extLst>
              <a:ext uri="{FF2B5EF4-FFF2-40B4-BE49-F238E27FC236}">
                <a16:creationId xmlns:a16="http://schemas.microsoft.com/office/drawing/2014/main" id="{0C35C447-372A-2538-9C02-9DA22221296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  <a:solidFill>
            <a:schemeClr val="accent1"/>
          </a:solidFill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CFF1AFD2-F993-B30A-2282-C04F1F65AF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2F13F474-91EA-0185-733B-62682BD9F6E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87072C05-B626-BAF9-5316-96EAB02420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AC6EA6C6-1057-DAC8-2609-B6EB51B723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4E258757-AB3A-DE10-FDFE-35B9588E9C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74360D36-2B50-3114-9CB9-4BEE96BCCE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1B032D16-0F2B-1DEC-D92A-ACAF24C07B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13923343-4541-4792-ADC5-E6333E98D3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C53F61BD-18EB-B863-761D-89639D8806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89336"/>
            <a:ext cx="5579198" cy="740845"/>
          </a:xfrm>
        </p:spPr>
        <p:txBody>
          <a:bodyPr anchor="b"/>
          <a:lstStyle>
            <a:lvl1pPr>
              <a:defRPr sz="2200" b="1">
                <a:solidFill>
                  <a:schemeClr val="accent1"/>
                </a:solidFill>
                <a:latin typeface="+mj-lt"/>
                <a:ea typeface="Inter Medium" panose="02000503000000020004" pitchFamily="2" charset="0"/>
              </a:defRPr>
            </a:lvl1pPr>
            <a:lvl2pPr>
              <a:defRPr sz="2200">
                <a:solidFill>
                  <a:schemeClr val="accent1"/>
                </a:solidFill>
              </a:defRPr>
            </a:lvl2pPr>
            <a:lvl3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3033340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4">
            <a:extLst>
              <a:ext uri="{FF2B5EF4-FFF2-40B4-BE49-F238E27FC236}">
                <a16:creationId xmlns:a16="http://schemas.microsoft.com/office/drawing/2014/main" id="{0C35C447-372A-2538-9C02-9DA22221296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  <a:solidFill>
            <a:schemeClr val="accent1"/>
          </a:solidFill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CFF1AFD2-F993-B30A-2282-C04F1F65AF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2F13F474-91EA-0185-733B-62682BD9F6E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87072C05-B626-BAF9-5316-96EAB02420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AC6EA6C6-1057-DAC8-2609-B6EB51B723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4E258757-AB3A-DE10-FDFE-35B9588E9C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74360D36-2B50-3114-9CB9-4BEE96BCCE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1B032D16-0F2B-1DEC-D92A-ACAF24C07B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13923343-4541-4792-ADC5-E6333E98D3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C53F61BD-18EB-B863-761D-89639D8806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89336"/>
            <a:ext cx="5579198" cy="740845"/>
          </a:xfrm>
        </p:spPr>
        <p:txBody>
          <a:bodyPr anchor="b"/>
          <a:lstStyle>
            <a:lvl1pPr>
              <a:defRPr sz="2200" b="1">
                <a:solidFill>
                  <a:schemeClr val="accent1"/>
                </a:solidFill>
                <a:latin typeface="+mj-lt"/>
                <a:ea typeface="Inter Medium" panose="02000503000000020004" pitchFamily="2" charset="0"/>
              </a:defRPr>
            </a:lvl1pPr>
            <a:lvl2pPr>
              <a:defRPr sz="2200">
                <a:solidFill>
                  <a:schemeClr val="accent1"/>
                </a:solidFill>
              </a:defRPr>
            </a:lvl2pPr>
            <a:lvl3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97264879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4">
            <a:extLst>
              <a:ext uri="{FF2B5EF4-FFF2-40B4-BE49-F238E27FC236}">
                <a16:creationId xmlns:a16="http://schemas.microsoft.com/office/drawing/2014/main" id="{0C35C447-372A-2538-9C02-9DA22221296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  <a:solidFill>
            <a:schemeClr val="accent1"/>
          </a:solidFill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CFF1AFD2-F993-B30A-2282-C04F1F65AF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2F13F474-91EA-0185-733B-62682BD9F6E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87072C05-B626-BAF9-5316-96EAB02420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AC6EA6C6-1057-DAC8-2609-B6EB51B723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4E258757-AB3A-DE10-FDFE-35B9588E9C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74360D36-2B50-3114-9CB9-4BEE96BCCE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1B032D16-0F2B-1DEC-D92A-ACAF24C07B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13923343-4541-4792-ADC5-E6333E98D3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C53F61BD-18EB-B863-761D-89639D8806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89336"/>
            <a:ext cx="5579198" cy="740845"/>
          </a:xfrm>
        </p:spPr>
        <p:txBody>
          <a:bodyPr anchor="b"/>
          <a:lstStyle>
            <a:lvl1pPr>
              <a:defRPr sz="2200" b="1">
                <a:solidFill>
                  <a:schemeClr val="accent1"/>
                </a:solidFill>
                <a:latin typeface="+mj-lt"/>
                <a:ea typeface="Inter Medium" panose="02000503000000020004" pitchFamily="2" charset="0"/>
              </a:defRPr>
            </a:lvl1pPr>
            <a:lvl2pPr>
              <a:defRPr sz="2200">
                <a:solidFill>
                  <a:schemeClr val="accent1"/>
                </a:solidFill>
              </a:defRPr>
            </a:lvl2pPr>
            <a:lvl3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06689727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0DA90-2FF2-F36C-F9FF-CD7A192F0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bg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B026B9-3E51-5733-811C-2FA3BC73B2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89336"/>
            <a:ext cx="5579198" cy="740845"/>
          </a:xfrm>
        </p:spPr>
        <p:txBody>
          <a:bodyPr anchor="b"/>
          <a:lstStyle>
            <a:lvl1pPr>
              <a:defRPr sz="2200" b="1">
                <a:solidFill>
                  <a:schemeClr val="bg1"/>
                </a:solidFill>
                <a:latin typeface="+mj-lt"/>
                <a:ea typeface="Inter Medium" panose="02000503000000020004" pitchFamily="2" charset="0"/>
              </a:defRPr>
            </a:lvl1pPr>
            <a:lvl2pPr>
              <a:defRPr sz="2200">
                <a:solidFill>
                  <a:schemeClr val="bg1"/>
                </a:solidFill>
              </a:defRPr>
            </a:lvl2pPr>
            <a:lvl3pPr>
              <a:defRPr sz="220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 sz="220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 sz="220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714C7637-5E21-BDDB-D675-718E58535D6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A57B56D4-851E-7242-EAB1-CD5B53E8B9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25FF1F4-36F0-A184-7B99-8F5F4A49C89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F198715B-A90B-9B06-A055-401A84B092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9D2E04D5-A2EE-135D-A8C9-6E695F9BCF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8CE0DC1F-799B-3F7A-3A71-D20337A4746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E8EAEE22-055F-6869-D50D-D9C8C9082FD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EADAC67C-850F-96D3-0962-09E1B4CC3EC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683187A0-2E68-170D-55EF-0FA20E7A75B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62882915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98F30683-44FB-4995-47C3-43A7DE5523C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7A24E86-91AA-6A9B-314A-752B77481A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879B37A-F4A9-2DDA-3FC3-9FC52384AE6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93DABC58-132F-2F2F-EB5B-78B30A3D44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DFE51362-844C-B4F1-1A83-A287F312E94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E0F57AAB-C462-6A3A-9686-048341EA78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A0D371A-82CE-1829-AA32-FB790C7A60A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A0DE082-4D8F-8158-56B4-AF85C4A0FA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530CFB56-59E9-38CF-519A-B532B32547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  <p:sp>
        <p:nvSpPr>
          <p:cNvPr id="23" name="Title 1">
            <a:extLst>
              <a:ext uri="{FF2B5EF4-FFF2-40B4-BE49-F238E27FC236}">
                <a16:creationId xmlns:a16="http://schemas.microsoft.com/office/drawing/2014/main" id="{FB5434B5-DD4C-F988-6EBA-085A7DD494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1E34748E-CBEF-26E7-AB9F-696FA5D599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bg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1DF2DBC8-2D33-BD84-A330-691C8B9797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89336"/>
            <a:ext cx="5579198" cy="740845"/>
          </a:xfrm>
        </p:spPr>
        <p:txBody>
          <a:bodyPr anchor="b"/>
          <a:lstStyle>
            <a:lvl1pPr>
              <a:defRPr sz="2200" b="1">
                <a:solidFill>
                  <a:schemeClr val="bg1"/>
                </a:solidFill>
                <a:latin typeface="+mj-lt"/>
                <a:ea typeface="Inter Medium" panose="02000503000000020004" pitchFamily="2" charset="0"/>
              </a:defRPr>
            </a:lvl1pPr>
            <a:lvl2pPr>
              <a:defRPr sz="2200">
                <a:solidFill>
                  <a:schemeClr val="bg1"/>
                </a:solidFill>
              </a:defRPr>
            </a:lvl2pPr>
            <a:lvl3pPr>
              <a:defRPr sz="220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 sz="220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 sz="220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79999131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327819"/>
            <a:ext cx="5163243" cy="3101181"/>
          </a:xfrm>
        </p:spPr>
        <p:txBody>
          <a:bodyPr/>
          <a:lstStyle>
            <a:lvl1pPr>
              <a:defRPr sz="6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3996D-125E-4908-B6F0-50835E42F7CC}" type="datetime1">
              <a:rPr lang="en-GB" smtClean="0"/>
              <a:t>29/03/2026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025"/>
            <a:ext cx="5777508" cy="310197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84810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327819"/>
            <a:ext cx="5163243" cy="3101181"/>
          </a:xfrm>
        </p:spPr>
        <p:txBody>
          <a:bodyPr/>
          <a:lstStyle>
            <a:lvl1pPr>
              <a:defRPr sz="6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FE5E2-074F-4C32-9E7C-7D1CD6D9C46F}" type="datetime1">
              <a:rPr lang="en-GB" smtClean="0"/>
              <a:t>29/03/2026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025"/>
            <a:ext cx="5777508" cy="310197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220234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327819"/>
            <a:ext cx="5163243" cy="3101181"/>
          </a:xfrm>
        </p:spPr>
        <p:txBody>
          <a:bodyPr/>
          <a:lstStyle>
            <a:lvl1pPr>
              <a:defRPr sz="6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4A389-F2F3-48BD-8637-714D04FBE282}" type="datetime1">
              <a:rPr lang="en-GB" smtClean="0"/>
              <a:t>29/03/2026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025"/>
            <a:ext cx="5777508" cy="310197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832032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238870"/>
            <a:ext cx="5163243" cy="3190130"/>
          </a:xfrm>
        </p:spPr>
        <p:txBody>
          <a:bodyPr/>
          <a:lstStyle>
            <a:lvl1pPr>
              <a:defRPr sz="6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E20F845-3051-4964-8810-4D6B9CEE5602}" type="datetime1">
              <a:rPr lang="en-GB" smtClean="0"/>
              <a:t>29/03/2026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819"/>
            <a:ext cx="5777508" cy="310118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C35426-417C-E41E-5A03-5974D3C79A08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>
                <a:solidFill>
                  <a:schemeClr val="bg1"/>
                </a:solidFill>
                <a:latin typeface="+mj-lt"/>
              </a:rPr>
              <a:t>Imperial College London</a:t>
            </a:r>
          </a:p>
        </p:txBody>
      </p:sp>
    </p:spTree>
    <p:extLst>
      <p:ext uri="{BB962C8B-B14F-4D97-AF65-F5344CB8AC3E}">
        <p14:creationId xmlns:p14="http://schemas.microsoft.com/office/powerpoint/2010/main" val="751618283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0AC38-BED1-9031-E2E0-CB195EDFD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26F26-EA3D-40AC-124C-008BE90D7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1394619"/>
            <a:ext cx="11540763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C11D5-984D-8680-D542-25A06BDC5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67850-4A32-48D9-B65E-F551EAA4CC04}" type="datetime1">
              <a:rPr lang="en-GB" smtClean="0"/>
              <a:t>29/03/2026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E529F-F811-2979-BFFA-08BB8BC2F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69BFE-A663-D9A7-8252-C8536946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2B454FF-7060-E11B-6122-C9D16BC0604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174669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0AC38-BED1-9031-E2E0-CB195EDFD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26F26-EA3D-40AC-124C-008BE90D7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1394619"/>
            <a:ext cx="11540763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C11D5-984D-8680-D542-25A06BDC5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C62B7-F8E8-4065-A21D-90A8A970CBC5}" type="datetime1">
              <a:rPr lang="en-GB" smtClean="0"/>
              <a:t>29/03/2026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E529F-F811-2979-BFFA-08BB8BC2F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69BFE-A663-D9A7-8252-C8536946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2B454FF-7060-E11B-6122-C9D16BC0604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18463841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0AC38-BED1-9031-E2E0-CB195EDFD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26F26-EA3D-40AC-124C-008BE90D7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1394619"/>
            <a:ext cx="11540763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C11D5-984D-8680-D542-25A06BDC5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15E19-1301-44C0-8F27-8B4339EFA248}" type="datetime1">
              <a:rPr lang="en-GB" smtClean="0"/>
              <a:t>29/03/2026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E529F-F811-2979-BFFA-08BB8BC2F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69BFE-A663-D9A7-8252-C8536946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2B454FF-7060-E11B-6122-C9D16BC0604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685261070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934A7-BB27-0705-778A-9BC1A80F5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232" y="252000"/>
            <a:ext cx="11541025" cy="378044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3D824-2B92-00E0-3B10-2E7351FAE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232" y="1394619"/>
            <a:ext cx="5583238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6325E-A8D8-4356-8054-A314C1AF0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3325" y="1394619"/>
            <a:ext cx="5583238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09A4F-CF52-ABB2-91FD-CF9C01BF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3E122-4495-44BA-A4C1-8BE76937A80D}" type="datetime1">
              <a:rPr lang="en-GB" smtClean="0"/>
              <a:t>29/03/2026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B9B47-9D04-96FB-8B95-D7BC38470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D9458-0376-0EC1-BA89-A49552E19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E5619CB-8093-9292-D19B-3E145BB563F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90358580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934A7-BB27-0705-778A-9BC1A80F5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232" y="252000"/>
            <a:ext cx="11541025" cy="378044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3D824-2B92-00E0-3B10-2E7351FAE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232" y="1394619"/>
            <a:ext cx="5583238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6325E-A8D8-4356-8054-A314C1AF0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3325" y="1394619"/>
            <a:ext cx="5583238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09A4F-CF52-ABB2-91FD-CF9C01BF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EDC06-C956-40EB-B7C2-5D24D2134868}" type="datetime1">
              <a:rPr lang="en-GB" smtClean="0"/>
              <a:t>29/03/2026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B9B47-9D04-96FB-8B95-D7BC38470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D9458-0376-0EC1-BA89-A49552E19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E5619CB-8093-9292-D19B-3E145BB563F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20195970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934A7-BB27-0705-778A-9BC1A80F5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232" y="252000"/>
            <a:ext cx="11541025" cy="378044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3D824-2B92-00E0-3B10-2E7351FAE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232" y="1394619"/>
            <a:ext cx="5583238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6325E-A8D8-4356-8054-A314C1AF0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3325" y="1394619"/>
            <a:ext cx="5583238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09A4F-CF52-ABB2-91FD-CF9C01BF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2CD8-4874-4E1A-99A5-6A33EAEAD984}" type="datetime1">
              <a:rPr lang="en-GB" smtClean="0"/>
              <a:t>29/03/2026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B9B47-9D04-96FB-8B95-D7BC38470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D9458-0376-0EC1-BA89-A49552E19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E5619CB-8093-9292-D19B-3E145BB563F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80747767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23BCF-757C-48E4-AB43-882F0A78532C}" type="datetime1">
              <a:rPr lang="en-GB" smtClean="0"/>
              <a:t>29/03/2026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23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6397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6656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BB1273F-0B9B-4FDD-4203-5D0C87B419DE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884756086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683EC-1E11-45E0-886A-851228B0A8DF}" type="datetime1">
              <a:rPr lang="en-GB" smtClean="0"/>
              <a:t>29/03/2026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23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6397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6656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BB1273F-0B9B-4FDD-4203-5D0C87B419DE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8663662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2D4AE-58D3-41BB-8060-5ADF87B91618}" type="datetime1">
              <a:rPr lang="en-GB" smtClean="0"/>
              <a:t>29/03/2026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23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6397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6656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BB1273F-0B9B-4FDD-4203-5D0C87B419DE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36248034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75DBF-6AEB-4550-BEA6-FE6CE3862FB9}" type="datetime1">
              <a:rPr lang="en-GB" smtClean="0"/>
              <a:t>29/03/2026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93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76876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35258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7AD979-9E36-27D3-D861-472A37C9BD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8490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A925AEF-9705-43FC-B311-1B9A5C87248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6876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71EBAC93-1C14-C84A-FF75-AC90D6C8A89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235261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6EB687B-5D2E-6018-5C19-6211E4ADBA8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37066738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s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B2C9E-B7BA-48F8-8C95-4A603CB4A0B6}" type="datetime1">
              <a:rPr lang="en-GB" smtClean="0"/>
              <a:t>29/03/2026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93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76876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35258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7AD979-9E36-27D3-D861-472A37C9BD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8490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A925AEF-9705-43FC-B311-1B9A5C87248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6876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71EBAC93-1C14-C84A-FF75-AC90D6C8A89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235261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6EB687B-5D2E-6018-5C19-6211E4ADBA8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60980370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s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10E69-4493-469E-9F6F-0F2C42DABB23}" type="datetime1">
              <a:rPr lang="en-GB" smtClean="0"/>
              <a:t>29/03/2026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93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76876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35258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7AD979-9E36-27D3-D861-472A37C9BD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8490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A925AEF-9705-43FC-B311-1B9A5C87248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6876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71EBAC93-1C14-C84A-FF75-AC90D6C8A89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235261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6EB687B-5D2E-6018-5C19-6211E4ADBA8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231540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819"/>
            <a:ext cx="9984000" cy="5933281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67A56-2FF9-491E-814D-0A900175F8E1}" type="datetime1">
              <a:rPr lang="en-GB" smtClean="0"/>
              <a:t>29/03/2026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9344805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819"/>
            <a:ext cx="9984000" cy="5933281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982C8-03A6-4D1C-870A-BE728679E492}" type="datetime1">
              <a:rPr lang="en-GB" smtClean="0"/>
              <a:t>29/03/2026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475397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819"/>
            <a:ext cx="9984000" cy="5933281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533C-450F-4C7A-8669-D1C1D442E9DA}" type="datetime1">
              <a:rPr lang="en-GB" smtClean="0"/>
              <a:t>29/03/2026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8019243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025"/>
            <a:ext cx="9984000" cy="5934075"/>
          </a:xfrm>
        </p:spPr>
        <p:txBody>
          <a:bodyPr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B67106-7FE2-4B8D-9827-B242124A96D0}" type="datetime1">
              <a:rPr lang="en-GB" smtClean="0"/>
              <a:t>29/03/2026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A8D6E0-472D-9B14-F3A6-BC2F23E87040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>
                <a:solidFill>
                  <a:schemeClr val="bg1"/>
                </a:solidFill>
                <a:latin typeface="+mj-lt"/>
              </a:rPr>
              <a:t>Imperial College London</a:t>
            </a:r>
          </a:p>
        </p:txBody>
      </p:sp>
    </p:spTree>
    <p:extLst>
      <p:ext uri="{BB962C8B-B14F-4D97-AF65-F5344CB8AC3E}">
        <p14:creationId xmlns:p14="http://schemas.microsoft.com/office/powerpoint/2010/main" val="1467749574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21AD4-68E5-D832-D55C-9ACFCD153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0A93-6E2C-479B-B487-61050B029E0E}" type="datetime1">
              <a:rPr lang="en-GB" smtClean="0"/>
              <a:t>29/03/2026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1EA1B-04BA-0493-81EB-3E7823E19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22947-0466-77E3-9884-7FFF54F0F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5A24D7B-41EB-9794-42AE-564F6680E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4EAC6AD-293C-6C12-F9F6-48F5FCB0E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75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73696074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21AD4-68E5-D832-D55C-9ACFCD153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FBB15-756E-4C9B-BAD5-65B8245F1711}" type="datetime1">
              <a:rPr lang="en-GB" smtClean="0"/>
              <a:t>29/03/2026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1EA1B-04BA-0493-81EB-3E7823E19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22947-0466-77E3-9884-7FFF54F0F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5A24D7B-41EB-9794-42AE-564F6680E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4EAC6AD-293C-6C12-F9F6-48F5FCB0E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75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49257883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21AD4-68E5-D832-D55C-9ACFCD153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9664A-9D95-4BFD-9EE2-ED03761B5D93}" type="datetime1">
              <a:rPr lang="en-GB" smtClean="0"/>
              <a:t>29/03/2026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1EA1B-04BA-0493-81EB-3E7823E19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22947-0466-77E3-9884-7FFF54F0F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5A24D7B-41EB-9794-42AE-564F6680E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4EAC6AD-293C-6C12-F9F6-48F5FCB0E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75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86803618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EE2EA-C029-0AE3-B18F-CB5D823CD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916F8D3-3840-4002-A902-CA5665F1877D}" type="datetime1">
              <a:rPr lang="en-GB" smtClean="0"/>
              <a:t>29/03/2026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4AA3B-FC1A-1DAF-C282-4ED6FC74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8A0A1-4076-F926-D730-16EF8BBD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E70A2-A3C6-29D0-1DEB-4D8F9283B18B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>
                <a:solidFill>
                  <a:schemeClr val="bg1"/>
                </a:solidFill>
                <a:latin typeface="+mj-lt"/>
              </a:rPr>
              <a:t>Imperial College London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E2710C7-980D-1529-A1C4-D0B9144297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1609BCD-EF9A-DF89-AAD2-167090C57F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bg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673995235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46E35-447D-4F3F-B312-D5A5B297F989}" type="datetime1">
              <a:rPr lang="en-GB" smtClean="0"/>
              <a:t>29/03/2026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52399BF-03C9-B24E-A780-BE7CD263C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558367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D02234B-F0AA-AEA6-E636-52276BDE0E8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558367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D7AD65-3E40-A55B-332E-BB6300B58F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5800" y="1394619"/>
            <a:ext cx="558367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0AF79-7BDC-6C86-6328-5E1E4E4A08B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939635899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53B4-E62F-43A9-95E1-1281FC369A0C}" type="datetime1">
              <a:rPr lang="en-GB" smtClean="0"/>
              <a:t>29/03/2026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52399BF-03C9-B24E-A780-BE7CD263C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558367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D02234B-F0AA-AEA6-E636-52276BDE0E8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558367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D7AD65-3E40-A55B-332E-BB6300B58F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5800" y="1394619"/>
            <a:ext cx="558367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0AF79-7BDC-6C86-6328-5E1E4E4A08B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206395976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Conten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5C65B-45F4-494F-85C9-F650D9479B4E}" type="datetime1">
              <a:rPr lang="en-GB" smtClean="0"/>
              <a:t>29/03/2026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52399BF-03C9-B24E-A780-BE7CD263C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558367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D02234B-F0AA-AEA6-E636-52276BDE0E8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558367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D7AD65-3E40-A55B-332E-BB6300B58F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5800" y="1394619"/>
            <a:ext cx="558367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0AF79-7BDC-6C86-6328-5E1E4E4A08B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773322227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BB683-185E-47F3-8B62-B7D69EB8BD5B}" type="datetime1">
              <a:rPr lang="en-GB" smtClean="0"/>
              <a:t>29/03/2026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2220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820BEAE3-D117-6A35-4CA0-AD8A32FA8AD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588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A380118A-A6AE-E8BE-5470-901DF79D51D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220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065361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Four Images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6529D-9412-41C5-A6C2-C931A11B8D57}" type="datetime1">
              <a:rPr lang="en-GB" smtClean="0"/>
              <a:t>29/03/2026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2220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820BEAE3-D117-6A35-4CA0-AD8A32FA8AD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588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A380118A-A6AE-E8BE-5470-901DF79D51D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220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569060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Four Images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6683B-1327-4EC5-BC3D-F1BC9929DF1D}" type="datetime1">
              <a:rPr lang="en-GB" smtClean="0"/>
              <a:t>29/03/2026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2220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820BEAE3-D117-6A35-4CA0-AD8A32FA8AD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588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A380118A-A6AE-E8BE-5470-901DF79D51D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220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226118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Nin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0F3C-9559-4D72-9EA0-55DADACB2573}" type="datetime1">
              <a:rPr lang="en-GB" smtClean="0"/>
              <a:t>29/03/2026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3804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3BF8A661-BC32-12AC-2F2D-D852D8FEEC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0020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424D9351-99D0-9E5B-7115-9BACEF47F4E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75880" y="2331064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7E1A1E6C-1250-255D-C128-8D998573C34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3804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707F7AF8-8070-56D1-C887-AB07C4710C1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0020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DCCCE168-E156-6A02-DEEC-8F9AC2E8B01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7588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935D5F28-4EFB-7DB6-B73E-ECA9F671D62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3804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EBE80ECC-3276-2379-3DA7-E599F908B35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0020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704966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Nine Images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BB1C3-5A45-497F-BCC7-EC2CAE0BF41E}" type="datetime1">
              <a:rPr lang="en-GB" smtClean="0"/>
              <a:t>29/03/2026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3804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3BF8A661-BC32-12AC-2F2D-D852D8FEEC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0020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424D9351-99D0-9E5B-7115-9BACEF47F4E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75880" y="2331064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7E1A1E6C-1250-255D-C128-8D998573C34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3804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707F7AF8-8070-56D1-C887-AB07C4710C1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0020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DCCCE168-E156-6A02-DEEC-8F9AC2E8B01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7588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935D5F28-4EFB-7DB6-B73E-ECA9F671D62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3804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EBE80ECC-3276-2379-3DA7-E599F908B35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0020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784684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Nine Images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B9E16-EEE1-449A-9FC3-EC3A45AD75A9}" type="datetime1">
              <a:rPr lang="en-GB" smtClean="0"/>
              <a:t>29/03/2026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3804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3BF8A661-BC32-12AC-2F2D-D852D8FEEC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0020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424D9351-99D0-9E5B-7115-9BACEF47F4E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75880" y="2331064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7E1A1E6C-1250-255D-C128-8D998573C34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3804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707F7AF8-8070-56D1-C887-AB07C4710C1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0020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DCCCE168-E156-6A02-DEEC-8F9AC2E8B01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7588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935D5F28-4EFB-7DB6-B73E-ECA9F671D62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3804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EBE80ECC-3276-2379-3DA7-E599F908B35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0020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354154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05C08-4378-4C2A-80FC-85BE4CC22ED2}" type="datetime1">
              <a:rPr lang="en-GB" smtClean="0"/>
              <a:t>29/03/2026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6232" y="327819"/>
            <a:ext cx="558323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2146EC-D096-3118-B564-94943B4AAE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Image caption goes here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C8087009-76FB-8577-E442-4BA57C9BC40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1339553058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99A96-AD1A-4D71-9FB8-4FC24821C6DB}" type="datetime1">
              <a:rPr lang="en-GB" smtClean="0"/>
              <a:t>29/03/2026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6232" y="327819"/>
            <a:ext cx="558323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2146EC-D096-3118-B564-94943B4AAE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Image caption goes here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C8087009-76FB-8577-E442-4BA57C9BC40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3640183430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04DA1-1F50-4046-AB99-973BFEA76F20}" type="datetime1">
              <a:rPr lang="en-GB" smtClean="0"/>
              <a:t>29/03/2026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6232" y="327819"/>
            <a:ext cx="558323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2146EC-D096-3118-B564-94943B4AAE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Image caption goes here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C8087009-76FB-8577-E442-4BA57C9BC40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974509294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F4D7C-325E-46DC-8928-255FD373C96D}" type="datetime1">
              <a:rPr lang="en-GB" smtClean="0"/>
              <a:t>29/03/2026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1761" y="327819"/>
            <a:ext cx="557400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E9D81BEA-7EB3-2BC8-30E0-0E8C91FA2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Image caption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09D4F2-8CDC-D853-BB4E-3D1330CD34A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26593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785877609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ex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20609-BB11-4BF4-8697-59822653EB4F}" type="datetime1">
              <a:rPr lang="en-GB" smtClean="0"/>
              <a:t>29/03/2026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1761" y="327819"/>
            <a:ext cx="557400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E9D81BEA-7EB3-2BC8-30E0-0E8C91FA2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Image caption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09D4F2-8CDC-D853-BB4E-3D1330CD34A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26593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4240842164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ex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4F2A2-6868-407F-8098-72A30A0A7D4F}" type="datetime1">
              <a:rPr lang="en-GB" smtClean="0"/>
              <a:t>29/03/2026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1761" y="327819"/>
            <a:ext cx="557400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E9D81BEA-7EB3-2BC8-30E0-0E8C91FA2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Image caption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09D4F2-8CDC-D853-BB4E-3D1330CD34A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26593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3782778189"/>
      </p:ext>
    </p:extLst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956E3-49F4-0F54-ECD1-833CCCC1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DDFD2-A19B-4FDD-86ED-B185BF53816E}" type="datetime1">
              <a:rPr lang="en-GB" smtClean="0"/>
              <a:t>29/03/2026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AF09-A289-B391-8698-2A678677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67CF9-6C56-BF00-C251-8AA14203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6232" y="327819"/>
            <a:ext cx="11541025" cy="593328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94B053A-20C0-FAD5-8DBE-F33035C94A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Image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3306752833"/>
      </p:ext>
    </p:extLst>
  </p:cSld>
  <p:clrMapOvr>
    <a:masterClrMapping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956E3-49F4-0F54-ECD1-833CCCC1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818C7-E49D-46B4-A26D-8654FF918181}" type="datetime1">
              <a:rPr lang="en-GB" smtClean="0"/>
              <a:t>29/03/2026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AF09-A289-B391-8698-2A678677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67CF9-6C56-BF00-C251-8AA14203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6232" y="327819"/>
            <a:ext cx="11541025" cy="593328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94B053A-20C0-FAD5-8DBE-F33035C94A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Image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3115991555"/>
      </p:ext>
    </p:extLst>
  </p:cSld>
  <p:clrMapOvr>
    <a:masterClrMapping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956E3-49F4-0F54-ECD1-833CCCC1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F4B4E-1431-4713-BED5-A43C1F5596C4}" type="datetime1">
              <a:rPr lang="en-GB" smtClean="0"/>
              <a:t>29/03/2026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AF09-A289-B391-8698-2A678677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67CF9-6C56-BF00-C251-8AA14203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6232" y="327819"/>
            <a:ext cx="11541025" cy="593328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94B053A-20C0-FAD5-8DBE-F33035C94A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Image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2859685012"/>
      </p:ext>
    </p:extLst>
  </p:cSld>
  <p:clrMapOvr>
    <a:masterClrMapping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3"/>
            <a:ext cx="12193489" cy="6857999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433404"/>
      </p:ext>
    </p:extLst>
  </p:cSld>
  <p:clrMapOvr>
    <a:masterClrMapping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98C9DEC1-150C-501B-2DF1-6E2CB499B66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11536292" cy="1272297"/>
            <a:chOff x="0" y="3473"/>
            <a:chExt cx="15360" cy="1694"/>
          </a:xfrm>
          <a:solidFill>
            <a:schemeClr val="accent1"/>
          </a:solidFill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E39A89AD-BEB6-79FD-8F05-4DF88E68FE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733ED1C0-423D-3BA1-7D76-5AD063DB49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4321CB6-88B2-41D3-45AD-465FCCF9FF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28DF50ED-77B5-2CCB-445E-BE59A74640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3E46F43E-7289-80AB-2776-B413EE27ED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0C82D5C3-8445-8837-27CE-3B93EA4FA45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2D962E7C-3E08-D166-19E4-74C4922787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F4041540-D57A-59CB-04E7-A52B58E1F1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1148999050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98C9DEC1-150C-501B-2DF1-6E2CB499B66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11536292" cy="1272297"/>
            <a:chOff x="0" y="3473"/>
            <a:chExt cx="15360" cy="1694"/>
          </a:xfrm>
          <a:solidFill>
            <a:schemeClr val="accent1"/>
          </a:solidFill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E39A89AD-BEB6-79FD-8F05-4DF88E68FE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733ED1C0-423D-3BA1-7D76-5AD063DB49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4321CB6-88B2-41D3-45AD-465FCCF9FF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28DF50ED-77B5-2CCB-445E-BE59A74640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3E46F43E-7289-80AB-2776-B413EE27ED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0C82D5C3-8445-8837-27CE-3B93EA4FA45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2D962E7C-3E08-D166-19E4-74C4922787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F4041540-D57A-59CB-04E7-A52B58E1F1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1658548261"/>
      </p:ext>
    </p:extLst>
  </p:cSld>
  <p:clrMapOvr>
    <a:masterClrMapping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98C9DEC1-150C-501B-2DF1-6E2CB499B66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11536292" cy="1272297"/>
            <a:chOff x="0" y="3473"/>
            <a:chExt cx="15360" cy="1694"/>
          </a:xfrm>
          <a:solidFill>
            <a:schemeClr val="accent1"/>
          </a:solidFill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E39A89AD-BEB6-79FD-8F05-4DF88E68FE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733ED1C0-423D-3BA1-7D76-5AD063DB49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4321CB6-88B2-41D3-45AD-465FCCF9FF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28DF50ED-77B5-2CCB-445E-BE59A74640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3E46F43E-7289-80AB-2776-B413EE27ED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0C82D5C3-8445-8837-27CE-3B93EA4FA45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2D962E7C-3E08-D166-19E4-74C4922787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F4041540-D57A-59CB-04E7-A52B58E1F1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211696665"/>
      </p:ext>
    </p:extLst>
  </p:cSld>
  <p:clrMapOvr>
    <a:masterClrMapping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8F1E4B3C-5470-00F2-B8CB-BB4906CF439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11536292" cy="1272297"/>
            <a:chOff x="0" y="3473"/>
            <a:chExt cx="15360" cy="1694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7D7A316D-6FA6-8EBE-A7B4-43071E70A8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11C06CEA-028D-9197-2DEF-67878595AE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DEA93E8D-A827-0EF8-FC25-4EDF7B194E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DF359F29-A6DD-FD4C-F807-701DEA41EDF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2468BF6B-AEBB-4CAA-244D-9EBE80B9A1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CC60AC05-547F-FA65-604E-4ED4912EA9E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7632E58E-1400-1E6E-BB60-7A9B794F41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4D65D159-581D-F29B-BBD4-C1C5BACCEE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4250105972"/>
      </p:ext>
    </p:extLst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Image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3A87AD45-2D2F-D96C-947C-BAE35BFEBEE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11536292" cy="1272297"/>
            <a:chOff x="0" y="3473"/>
            <a:chExt cx="15360" cy="1694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31EDC35F-4F2D-B2A7-1ECD-0CF19D1AD2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97F4776F-4E5E-13DF-F11A-A6808FFFC98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BA993AE1-6A24-5C17-7FE2-A16589D9C4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DA87F8EF-CDAD-15A2-A361-88921E1CAF7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E90186DB-2300-A8AA-8FAD-2C609649A61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31922286-E237-1114-3A54-E1731611D6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1B4DA78C-0EF6-B05D-F2D2-EFEDA343E39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A00F92FE-6EB2-0D0E-BFC9-559AD1E7A4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1216125896"/>
      </p:ext>
    </p:extLst>
  </p:cSld>
  <p:clrMapOvr>
    <a:masterClrMapping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3338719"/>
            <a:ext cx="9144000" cy="1828406"/>
          </a:xfrm>
        </p:spPr>
        <p:txBody>
          <a:bodyPr anchor="t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B026B9-3E51-5733-811C-2FA3BC73B2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90130"/>
            <a:ext cx="5606484" cy="740845"/>
          </a:xfrm>
        </p:spPr>
        <p:txBody>
          <a:bodyPr anchor="b"/>
          <a:lstStyle>
            <a:lvl1pPr>
              <a:defRPr b="1">
                <a:solidFill>
                  <a:schemeClr val="accent1"/>
                </a:solidFill>
                <a:latin typeface="+mj-lt"/>
                <a:ea typeface="Inter Medium" panose="02000503000000020004" pitchFamily="2" charset="0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B9815FA8-AE01-67BC-5B0D-996D4CDAD19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  <a:solidFill>
            <a:schemeClr val="accent1"/>
          </a:solidFill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FB1AA775-4CCE-276F-2BCF-CDB5A9211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D0FDD9D0-D471-8D20-94AE-C3BC73F88F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CD6C2A08-9069-9582-5D59-A51210F8CB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10C2D08-4FE4-C1FC-5226-E7A45B13D6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8010D1AF-A77E-06AA-9B05-D1DD5EE830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98B53AE0-4719-5655-6BA0-0E7E9ECB8E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0AD6D1E9-D44F-9A59-4CB4-033C25A77D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F58ED361-0E2C-77F6-2830-FBB60D7464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1761819100"/>
      </p:ext>
    </p:extLst>
  </p:cSld>
  <p:clrMapOvr>
    <a:masterClrMapping/>
  </p:clrMapOvr>
  <p:transition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3338719"/>
            <a:ext cx="9144000" cy="1828406"/>
          </a:xfrm>
        </p:spPr>
        <p:txBody>
          <a:bodyPr anchor="t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B026B9-3E51-5733-811C-2FA3BC73B2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90130"/>
            <a:ext cx="5606484" cy="740845"/>
          </a:xfrm>
        </p:spPr>
        <p:txBody>
          <a:bodyPr anchor="b"/>
          <a:lstStyle>
            <a:lvl1pPr>
              <a:defRPr b="1">
                <a:solidFill>
                  <a:schemeClr val="accent1"/>
                </a:solidFill>
                <a:latin typeface="+mj-lt"/>
                <a:ea typeface="Inter Medium" panose="02000503000000020004" pitchFamily="2" charset="0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B9815FA8-AE01-67BC-5B0D-996D4CDAD19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  <a:solidFill>
            <a:schemeClr val="accent1"/>
          </a:solidFill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FB1AA775-4CCE-276F-2BCF-CDB5A9211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D0FDD9D0-D471-8D20-94AE-C3BC73F88F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CD6C2A08-9069-9582-5D59-A51210F8CB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10C2D08-4FE4-C1FC-5226-E7A45B13D6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8010D1AF-A77E-06AA-9B05-D1DD5EE830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98B53AE0-4719-5655-6BA0-0E7E9ECB8E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0AD6D1E9-D44F-9A59-4CB4-033C25A77D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F58ED361-0E2C-77F6-2830-FBB60D7464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2408184500"/>
      </p:ext>
    </p:extLst>
  </p:cSld>
  <p:clrMapOvr>
    <a:masterClrMapping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3338719"/>
            <a:ext cx="9144000" cy="1828406"/>
          </a:xfrm>
        </p:spPr>
        <p:txBody>
          <a:bodyPr anchor="t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B026B9-3E51-5733-811C-2FA3BC73B2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90130"/>
            <a:ext cx="5606484" cy="740845"/>
          </a:xfrm>
        </p:spPr>
        <p:txBody>
          <a:bodyPr anchor="b"/>
          <a:lstStyle>
            <a:lvl1pPr>
              <a:defRPr b="1">
                <a:solidFill>
                  <a:schemeClr val="accent1"/>
                </a:solidFill>
                <a:latin typeface="+mj-lt"/>
                <a:ea typeface="Inter Medium" panose="02000503000000020004" pitchFamily="2" charset="0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B9815FA8-AE01-67BC-5B0D-996D4CDAD19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  <a:solidFill>
            <a:schemeClr val="accent1"/>
          </a:solidFill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FB1AA775-4CCE-276F-2BCF-CDB5A9211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D0FDD9D0-D471-8D20-94AE-C3BC73F88F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CD6C2A08-9069-9582-5D59-A51210F8CB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10C2D08-4FE4-C1FC-5226-E7A45B13D6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8010D1AF-A77E-06AA-9B05-D1DD5EE830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98B53AE0-4719-5655-6BA0-0E7E9ECB8E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0AD6D1E9-D44F-9A59-4CB4-033C25A77D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F58ED361-0E2C-77F6-2830-FBB60D7464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1595170055"/>
      </p:ext>
    </p:extLst>
  </p:cSld>
  <p:clrMapOvr>
    <a:masterClrMapping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3338719"/>
            <a:ext cx="9144000" cy="1828406"/>
          </a:xfrm>
        </p:spPr>
        <p:txBody>
          <a:bodyPr anchor="t"/>
          <a:lstStyle>
            <a:lvl1pPr algn="l">
              <a:defRPr sz="6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B026B9-3E51-5733-811C-2FA3BC73B2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878288"/>
            <a:ext cx="5606484" cy="652688"/>
          </a:xfrm>
        </p:spPr>
        <p:txBody>
          <a:bodyPr anchor="b"/>
          <a:lstStyle>
            <a:lvl1pPr>
              <a:defRPr b="1">
                <a:solidFill>
                  <a:schemeClr val="bg1"/>
                </a:solidFill>
                <a:latin typeface="+mj-lt"/>
                <a:ea typeface="Inter Medium" panose="02000503000000020004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49CC1682-CCAA-5EE1-585E-F7C4434F1C5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770403FB-3386-A0FE-3E9D-A2925EF0E8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C2CDC1DE-179E-04D4-B493-BF069DE85D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B9A68412-C85B-6332-8B98-2635795BBA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D9ECB875-34C4-65FF-6CDA-1356F6BC767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D3B5B848-7A8D-931B-DFC2-C5B37B8DB6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361AABDF-9542-DBC6-6388-ABE2035BE7B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057C10C3-A39D-D1F6-3C50-91EC9A5E76E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E4DD9B4A-92B0-0B9A-755B-A13B032A85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3000926829"/>
      </p:ext>
    </p:extLst>
  </p:cSld>
  <p:clrMapOvr>
    <a:masterClrMapping/>
  </p:clrMapOvr>
  <p:transition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36668-9440-2FC4-1A20-CEA2160E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A156BD-F388-30EA-2720-04061953B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038C-7537-45C4-BC31-19A4CC76608A}" type="datetime1">
              <a:rPr lang="en-GB" smtClean="0"/>
              <a:t>29/03/2026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DBFEE-0509-16B7-5DAE-5E0DB02DD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B126A-2C1E-4241-BBEB-C3AA6FE62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358139-EACE-E729-C3E3-AD890A6D0F80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11818251"/>
      </p:ext>
    </p:extLst>
  </p:cSld>
  <p:clrMapOvr>
    <a:masterClrMapping/>
  </p:clrMapOvr>
  <p:transition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36668-9440-2FC4-1A20-CEA2160E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A156BD-F388-30EA-2720-04061953B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9E25-142E-4760-8666-599A78D60753}" type="datetime1">
              <a:rPr lang="en-GB" smtClean="0"/>
              <a:t>29/03/2026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DBFEE-0509-16B7-5DAE-5E0DB02DD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B126A-2C1E-4241-BBEB-C3AA6FE62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358139-EACE-E729-C3E3-AD890A6D0F80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37015067"/>
      </p:ext>
    </p:extLst>
  </p:cSld>
  <p:clrMapOvr>
    <a:masterClrMapping/>
  </p:clrMapOvr>
  <p:transition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36668-9440-2FC4-1A20-CEA2160E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A156BD-F388-30EA-2720-04061953B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32C0C-5320-426A-9514-B5BB83F873AE}" type="datetime1">
              <a:rPr lang="en-GB" smtClean="0"/>
              <a:t>29/03/2026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DBFEE-0509-16B7-5DAE-5E0DB02DD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B126A-2C1E-4241-BBEB-C3AA6FE62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358139-EACE-E729-C3E3-AD890A6D0F80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8909866"/>
      </p:ext>
    </p:extLst>
  </p:cSld>
  <p:clrMapOvr>
    <a:masterClrMapping/>
  </p:clrMapOvr>
  <p:transition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B01DE9-7247-71C2-3301-8F43BD947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563C1-8B3D-4242-8BBB-2FEB2725DAC9}" type="datetime1">
              <a:rPr lang="en-GB" smtClean="0"/>
              <a:t>29/03/2026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F1F649-B08E-D628-15EF-6CAEE985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EDFB5-B3BA-ADA8-4600-FCDAFA1A8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4464979"/>
      </p:ext>
    </p:extLst>
  </p:cSld>
  <p:clrMapOvr>
    <a:masterClrMapping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B01DE9-7247-71C2-3301-8F43BD947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330E4-EC35-42CE-9A21-653C43AB9D97}" type="datetime1">
              <a:rPr lang="en-GB" smtClean="0"/>
              <a:t>29/03/2026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F1F649-B08E-D628-15EF-6CAEE985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EDFB5-B3BA-ADA8-4600-FCDAFA1A8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7168227"/>
      </p:ext>
    </p:extLst>
  </p:cSld>
  <p:clrMapOvr>
    <a:masterClrMapping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B01DE9-7247-71C2-3301-8F43BD947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DF983-3AD9-45E2-9CD5-5871D2EB91F5}" type="datetime1">
              <a:rPr lang="en-GB" smtClean="0"/>
              <a:t>29/03/2026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F1F649-B08E-D628-15EF-6CAEE985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EDFB5-B3BA-ADA8-4600-FCDAFA1A8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8112911"/>
      </p:ext>
    </p:extLst>
  </p:cSld>
  <p:clrMapOvr>
    <a:masterClrMapping/>
  </p:clrMapOvr>
  <p:transition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9581944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0F4440-CEDC-0D92-E0D5-5C1E3B59B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CA021F-8558-9528-DA3D-486CCDBEB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6232" y="1394619"/>
            <a:ext cx="11541025" cy="48664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1A8F0-AC4B-E4A0-94D0-99C4BFD973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850">
                <a:solidFill>
                  <a:schemeClr val="accent1"/>
                </a:solidFill>
              </a:defRPr>
            </a:lvl1pPr>
          </a:lstStyle>
          <a:p>
            <a:fld id="{644011B4-2383-4A6D-84D7-C0A7DC378FD8}" type="datetime1">
              <a:rPr lang="en-GB" smtClean="0"/>
              <a:t>29/03/2026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0FC7A-298A-77A0-6596-56B0B3FD8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>
              <a:defRPr sz="850"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17C40-7EB7-0CFD-6F6C-54AE57DE1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>
              <a:defRPr sz="850" b="1">
                <a:solidFill>
                  <a:schemeClr val="accent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96CDD9-97E9-735B-8549-0F3AE3CCAC58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>
                <a:solidFill>
                  <a:schemeClr val="accent1"/>
                </a:solidFill>
                <a:latin typeface="+mj-lt"/>
              </a:rPr>
              <a:t>Imperial College London</a:t>
            </a:r>
          </a:p>
        </p:txBody>
      </p:sp>
    </p:spTree>
    <p:extLst>
      <p:ext uri="{BB962C8B-B14F-4D97-AF65-F5344CB8AC3E}">
        <p14:creationId xmlns:p14="http://schemas.microsoft.com/office/powerpoint/2010/main" val="1145082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79" r:id="rId2"/>
    <p:sldLayoutId id="2147483680" r:id="rId3"/>
    <p:sldLayoutId id="2147483649" r:id="rId4"/>
    <p:sldLayoutId id="2147483657" r:id="rId5"/>
    <p:sldLayoutId id="2147483658" r:id="rId6"/>
    <p:sldLayoutId id="2147483681" r:id="rId7"/>
    <p:sldLayoutId id="2147483682" r:id="rId8"/>
    <p:sldLayoutId id="2147483675" r:id="rId9"/>
    <p:sldLayoutId id="2147483650" r:id="rId10"/>
    <p:sldLayoutId id="2147483683" r:id="rId11"/>
    <p:sldLayoutId id="2147483684" r:id="rId12"/>
    <p:sldLayoutId id="2147483652" r:id="rId13"/>
    <p:sldLayoutId id="2147483685" r:id="rId14"/>
    <p:sldLayoutId id="2147483686" r:id="rId15"/>
    <p:sldLayoutId id="2147483659" r:id="rId16"/>
    <p:sldLayoutId id="2147483687" r:id="rId17"/>
    <p:sldLayoutId id="2147483688" r:id="rId18"/>
    <p:sldLayoutId id="2147483660" r:id="rId19"/>
    <p:sldLayoutId id="2147483689" r:id="rId20"/>
    <p:sldLayoutId id="2147483690" r:id="rId21"/>
    <p:sldLayoutId id="2147483677" r:id="rId22"/>
    <p:sldLayoutId id="2147483691" r:id="rId23"/>
    <p:sldLayoutId id="2147483692" r:id="rId24"/>
    <p:sldLayoutId id="2147483676" r:id="rId25"/>
    <p:sldLayoutId id="2147483667" r:id="rId26"/>
    <p:sldLayoutId id="2147483693" r:id="rId27"/>
    <p:sldLayoutId id="2147483694" r:id="rId28"/>
    <p:sldLayoutId id="2147483666" r:id="rId29"/>
    <p:sldLayoutId id="2147483661" r:id="rId30"/>
    <p:sldLayoutId id="2147483695" r:id="rId31"/>
    <p:sldLayoutId id="2147483696" r:id="rId32"/>
    <p:sldLayoutId id="2147483669" r:id="rId33"/>
    <p:sldLayoutId id="2147483697" r:id="rId34"/>
    <p:sldLayoutId id="2147483698" r:id="rId35"/>
    <p:sldLayoutId id="2147483678" r:id="rId36"/>
    <p:sldLayoutId id="2147483699" r:id="rId37"/>
    <p:sldLayoutId id="2147483700" r:id="rId38"/>
    <p:sldLayoutId id="2147483662" r:id="rId39"/>
    <p:sldLayoutId id="2147483701" r:id="rId40"/>
    <p:sldLayoutId id="2147483702" r:id="rId41"/>
    <p:sldLayoutId id="2147483663" r:id="rId42"/>
    <p:sldLayoutId id="2147483703" r:id="rId43"/>
    <p:sldLayoutId id="2147483704" r:id="rId44"/>
    <p:sldLayoutId id="2147483664" r:id="rId45"/>
    <p:sldLayoutId id="2147483705" r:id="rId46"/>
    <p:sldLayoutId id="2147483706" r:id="rId47"/>
    <p:sldLayoutId id="2147483665" r:id="rId48"/>
    <p:sldLayoutId id="2147483671" r:id="rId49"/>
    <p:sldLayoutId id="2147483707" r:id="rId50"/>
    <p:sldLayoutId id="2147483708" r:id="rId51"/>
    <p:sldLayoutId id="2147483670" r:id="rId52"/>
    <p:sldLayoutId id="2147483672" r:id="rId53"/>
    <p:sldLayoutId id="2147483674" r:id="rId54"/>
    <p:sldLayoutId id="2147483709" r:id="rId55"/>
    <p:sldLayoutId id="2147483710" r:id="rId56"/>
    <p:sldLayoutId id="2147483673" r:id="rId57"/>
    <p:sldLayoutId id="2147483654" r:id="rId58"/>
    <p:sldLayoutId id="2147483711" r:id="rId59"/>
    <p:sldLayoutId id="2147483712" r:id="rId60"/>
    <p:sldLayoutId id="2147483655" r:id="rId61"/>
    <p:sldLayoutId id="2147483713" r:id="rId62"/>
    <p:sldLayoutId id="2147483714" r:id="rId63"/>
    <p:sldLayoutId id="2147483715" r:id="rId64"/>
  </p:sldLayoutIdLst>
  <p:transition>
    <p:fade/>
  </p:transition>
  <p:hf hdr="0"/>
  <p:txStyles>
    <p:titleStyle>
      <a:lvl1pPr algn="l" defTabSz="685765" rtl="0" eaLnBrk="1" latinLnBrk="0" hangingPunct="1">
        <a:lnSpc>
          <a:spcPct val="90000"/>
        </a:lnSpc>
        <a:spcBef>
          <a:spcPct val="0"/>
        </a:spcBef>
        <a:buNone/>
        <a:defRPr sz="26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685765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685765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j-lt"/>
          <a:ea typeface="+mn-ea"/>
          <a:cs typeface="+mn-cs"/>
        </a:defRPr>
      </a:lvl2pPr>
      <a:lvl3pPr marL="161991" indent="-161991" algn="l" defTabSz="685765" rtl="0" eaLnBrk="1" latinLnBrk="0" hangingPunct="1">
        <a:lnSpc>
          <a:spcPct val="105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323984" indent="-161991" algn="l" defTabSz="685765" rtl="0" eaLnBrk="1" latinLnBrk="0" hangingPunct="1">
        <a:lnSpc>
          <a:spcPct val="105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485975" indent="-161991" algn="l" defTabSz="685765" rtl="0" eaLnBrk="1" latinLnBrk="0" hangingPunct="1">
        <a:lnSpc>
          <a:spcPct val="105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3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6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18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1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2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5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7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0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2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5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77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0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206" userDrawn="1">
          <p15:clr>
            <a:srgbClr val="F26B43"/>
          </p15:clr>
        </p15:guide>
        <p15:guide id="4" pos="7475" userDrawn="1">
          <p15:clr>
            <a:srgbClr val="F26B43"/>
          </p15:clr>
        </p15:guide>
        <p15:guide id="5" orient="horz" pos="207" userDrawn="1">
          <p15:clr>
            <a:srgbClr val="F26B43"/>
          </p15:clr>
        </p15:guide>
        <p15:guide id="6" orient="horz" pos="4114" userDrawn="1">
          <p15:clr>
            <a:srgbClr val="F26B43"/>
          </p15:clr>
        </p15:guide>
        <p15:guide id="7" orient="horz" pos="3944" userDrawn="1">
          <p15:clr>
            <a:srgbClr val="F26B43"/>
          </p15:clr>
        </p15:guide>
        <p15:guide id="8" orient="horz" pos="879" userDrawn="1">
          <p15:clr>
            <a:srgbClr val="F26B43"/>
          </p15:clr>
        </p15:guide>
        <p15:guide id="9" pos="3723" userDrawn="1">
          <p15:clr>
            <a:srgbClr val="F26B43"/>
          </p15:clr>
        </p15:guide>
        <p15:guide id="10" pos="3958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4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4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4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4.xml"/></Relationships>
</file>

<file path=ppt/slides/_rels/slide17.xml.rels><?xml version="1.0" encoding="UTF-8"?>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4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4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?>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svg"/></Relationships>
</file>

<file path=ppt/slides/_rels/slide21.xml.rels><?xml version="1.0" encoding="UTF-8"?>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.svg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F7CC57-32B4-5651-C726-27956387C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80337-D626-AC7B-5E8D-3144BB4865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7200"/>
              <a:t>Marketing Analytics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7FCD95-DD6E-BAAA-DD32-3D1E187DA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271" y="4382671"/>
            <a:ext cx="9144000" cy="800000"/>
          </a:xfrm>
        </p:spPr>
        <p:txBody>
          <a:bodyPr/>
          <a:lstStyle/>
          <a:p>
            <a:r>
              <a:rPr lang="en-GB" sz="1800" b="1">
                <a:solidFill>
                  <a:schemeClr val="tx2"/>
                </a:solidFill>
              </a:rPr>
              <a:t>Demand Forecasting, Promotion Effectiveness &amp; Price Elasticity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7ADEF3F-453F-A867-067C-B77BAD4676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300000"/>
            <a:ext cx="8762214" cy="1200000"/>
          </a:xfrm>
        </p:spPr>
        <p:txBody>
          <a:bodyPr anchor="b"/>
          <a:lstStyle/>
          <a:p>
            <a:r>
              <a:rPr lang="en-US" sz="1200" b="0">
                <a:solidFill>
                  <a:schemeClr val="tx2"/>
                </a:solidFill>
              </a:rPr>
              <a:t xml:space="preserve">Group B:  Edward Lim,  Fabricio Rodriguez Peña,  Rafia Al-Jassim,  </a:t>
            </a:r>
            <a:r>
              <a:rPr lang="en-US" sz="1200" b="0" err="1">
                <a:solidFill>
                  <a:schemeClr val="tx2"/>
                </a:solidFill>
              </a:rPr>
              <a:t>Rathes</a:t>
            </a:r>
            <a:r>
              <a:rPr lang="en-US" sz="1200" b="0">
                <a:solidFill>
                  <a:schemeClr val="tx2"/>
                </a:solidFill>
              </a:rPr>
              <a:t xml:space="preserve"> Waran,  Wenyuan Yun</a:t>
            </a:r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1AD39D85-CC68-6B9F-5FCF-37C674B87128}"/>
              </a:ext>
            </a:extLst>
          </p:cNvPr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0080"/>
          </a:solidFill>
          <a:ln/>
        </p:spPr>
        <p:txBody>
          <a:bodyPr/>
          <a:lstStyle/>
          <a:p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3035115975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7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86CA18-BC0A-CB54-C620-93F2E3E8C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F7E7FCB2-4F80-D082-54A1-F883B9FD2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457200"/>
            <a:ext cx="5163243" cy="5943600"/>
          </a:xfrm>
        </p:spPr>
        <p:txBody>
          <a:bodyPr anchor="ctr" anchorCtr="0"/>
          <a:lstStyle/>
          <a:p>
            <a:r>
              <a:rPr lang="en-GB" sz="6400"/>
              <a:t>Agenda</a:t>
            </a:r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599CC4DE-020E-DC93-E3EB-CC647722E1F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457200"/>
            <a:ext cx="5777508" cy="5943600"/>
          </a:xfrm>
        </p:spPr>
        <p:txBody>
          <a:bodyPr anchor="ctr" anchorCtr="0"/>
          <a:lstStyle/>
          <a:p>
            <a:pPr marL="0" lvl="0" indent="0">
              <a:buNone/>
            </a:pPr>
            <a:r>
              <a:rPr lang="en-GB" sz="2800" b="1">
                <a:latin typeface="Arial"/>
              </a:rPr>
              <a:t xml:space="preserve">01  </a:t>
            </a:r>
            <a:r>
              <a:rPr lang="en-GB" b="1">
                <a:latin typeface="Arial"/>
              </a:rPr>
              <a:t>Problem Statement &amp; Dataset Overview</a:t>
            </a:r>
          </a:p>
          <a:p>
            <a:pPr marL="0" lvl="0" indent="0">
              <a:buNone/>
            </a:pPr>
            <a:r>
              <a:rPr lang="en-GB" sz="2800" b="1">
                <a:latin typeface="Arial"/>
              </a:rPr>
              <a:t xml:space="preserve">02  </a:t>
            </a:r>
            <a:r>
              <a:rPr lang="en-GB" b="1">
                <a:latin typeface="Arial"/>
              </a:rPr>
              <a:t>Demand Forecasting</a:t>
            </a:r>
          </a:p>
          <a:p>
            <a:pPr marL="0" lvl="0" indent="0">
              <a:buNone/>
            </a:pPr>
            <a:r>
              <a:rPr lang="en-GB" sz="2800" b="1">
                <a:latin typeface="Arial"/>
              </a:rPr>
              <a:t xml:space="preserve">03  </a:t>
            </a:r>
            <a:r>
              <a:rPr lang="en-GB" b="1">
                <a:latin typeface="Arial"/>
              </a:rPr>
              <a:t>Promotion Effectiveness</a:t>
            </a:r>
          </a:p>
          <a:p>
            <a:pPr marL="0" lvl="0" indent="0">
              <a:buNone/>
            </a:pPr>
            <a:r>
              <a:rPr lang="en-GB" sz="2800" b="1">
                <a:latin typeface="Arial"/>
              </a:rPr>
              <a:t xml:space="preserve">04  </a:t>
            </a:r>
            <a:r>
              <a:rPr lang="en-GB" b="1">
                <a:latin typeface="Arial"/>
              </a:rPr>
              <a:t>Price Elasticity</a:t>
            </a:r>
          </a:p>
          <a:p>
            <a:pPr marL="0" lvl="0" indent="0">
              <a:buNone/>
            </a:pPr>
            <a:r>
              <a:rPr lang="en-GB" sz="2800" b="1">
                <a:latin typeface="Arial"/>
              </a:rPr>
              <a:t xml:space="preserve">05  </a:t>
            </a:r>
            <a:r>
              <a:rPr lang="en-GB" b="1">
                <a:latin typeface="Arial"/>
              </a:rPr>
              <a:t>Recommendations &amp; Next Steps</a:t>
            </a: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98070962-993D-3EB3-6325-3A55F39DEE92}"/>
              </a:ext>
            </a:extLst>
          </p:cNvPr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0080"/>
          </a:solidFill>
          <a:ln/>
        </p:spPr>
        <p:txBody>
          <a:bodyPr/>
          <a:lstStyle/>
          <a:p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160424175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F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F4F674-D976-C379-F19E-3EC33B4AB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FF3C8-C3FC-196A-75CB-ADC1B0CC5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4000"/>
            <a:ext cx="11540763" cy="381000"/>
          </a:xfrm>
        </p:spPr>
        <p:txBody>
          <a:bodyPr/>
          <a:lstStyle/>
          <a:p>
            <a:r>
              <a:rPr lang="en-US"/>
              <a:t>Pricing + Promotion Strategy Drivers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24862-9620-D458-936F-38DE1784F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z="850">
                <a:solidFill>
                  <a:srgbClr val="0000CD"/>
                </a:solidFill>
                <a:latin typeface="Arial"/>
              </a:rPr>
              <a:t>3</a:t>
            </a:r>
          </a:p>
        </p:txBody>
      </p:sp>
      <p:sp>
        <p:nvSpPr>
          <p:cNvPr id="60" name="Q1 Circle"/>
          <p:cNvSpPr/>
          <p:nvPr/>
        </p:nvSpPr>
        <p:spPr>
          <a:xfrm>
            <a:off x="332509" y="1038021"/>
            <a:ext cx="533400" cy="533400"/>
          </a:xfrm>
          <a:prstGeom prst="ellipse">
            <a:avLst/>
          </a:prstGeom>
          <a:solidFill>
            <a:srgbClr val="0000CD"/>
          </a:solidFill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GB"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1" name="Q1 Title"/>
          <p:cNvSpPr/>
          <p:nvPr/>
        </p:nvSpPr>
        <p:spPr>
          <a:xfrm>
            <a:off x="992909" y="1072658"/>
            <a:ext cx="6527800" cy="4064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buNone/>
            </a:pPr>
            <a:r>
              <a:rPr lang="en-GB" sz="1800" b="1">
                <a:solidFill>
                  <a:schemeClr val="tx2"/>
                </a:solidFill>
                <a:latin typeface="Arial"/>
              </a:rPr>
              <a:t>Demand Forecasting</a:t>
            </a:r>
          </a:p>
        </p:txBody>
      </p:sp>
      <p:sp>
        <p:nvSpPr>
          <p:cNvPr id="62" name="Q1 Desc"/>
          <p:cNvSpPr/>
          <p:nvPr/>
        </p:nvSpPr>
        <p:spPr>
          <a:xfrm>
            <a:off x="992909" y="1402858"/>
            <a:ext cx="6527800" cy="4572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buNone/>
            </a:pPr>
            <a:r>
              <a:rPr lang="en-GB" sz="1600">
                <a:solidFill>
                  <a:srgbClr val="555555"/>
                </a:solidFill>
                <a:latin typeface="Arial"/>
              </a:rPr>
              <a:t>What is the expected demand for each SKU in the coming weeks?</a:t>
            </a:r>
          </a:p>
        </p:txBody>
      </p:sp>
      <p:sp>
        <p:nvSpPr>
          <p:cNvPr id="70" name="Q2 Circle"/>
          <p:cNvSpPr/>
          <p:nvPr/>
        </p:nvSpPr>
        <p:spPr>
          <a:xfrm>
            <a:off x="332509" y="2139458"/>
            <a:ext cx="533400" cy="533400"/>
          </a:xfrm>
          <a:prstGeom prst="ellipse">
            <a:avLst/>
          </a:prstGeom>
          <a:solidFill>
            <a:srgbClr val="0000CD"/>
          </a:solidFill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GB"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1" name="Q2 Title"/>
          <p:cNvSpPr/>
          <p:nvPr/>
        </p:nvSpPr>
        <p:spPr>
          <a:xfrm>
            <a:off x="992909" y="2114058"/>
            <a:ext cx="6527800" cy="4064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buNone/>
            </a:pPr>
            <a:r>
              <a:rPr lang="en-GB" sz="1800" b="1">
                <a:solidFill>
                  <a:schemeClr val="tx2"/>
                </a:solidFill>
                <a:latin typeface="Arial"/>
              </a:rPr>
              <a:t>Promotion Effectiveness</a:t>
            </a:r>
          </a:p>
        </p:txBody>
      </p:sp>
      <p:sp>
        <p:nvSpPr>
          <p:cNvPr id="72" name="Q2 Desc"/>
          <p:cNvSpPr/>
          <p:nvPr/>
        </p:nvSpPr>
        <p:spPr>
          <a:xfrm>
            <a:off x="992909" y="2418858"/>
            <a:ext cx="6527800" cy="4572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buNone/>
            </a:pPr>
            <a:r>
              <a:rPr lang="en-GB" sz="1600">
                <a:solidFill>
                  <a:srgbClr val="555555"/>
                </a:solidFill>
                <a:latin typeface="Arial"/>
              </a:rPr>
              <a:t>Do feature promotions increase sales, and by how much?</a:t>
            </a:r>
          </a:p>
        </p:txBody>
      </p:sp>
      <p:sp>
        <p:nvSpPr>
          <p:cNvPr id="80" name="Q3 Circle"/>
          <p:cNvSpPr/>
          <p:nvPr/>
        </p:nvSpPr>
        <p:spPr>
          <a:xfrm>
            <a:off x="332509" y="3155458"/>
            <a:ext cx="533400" cy="533400"/>
          </a:xfrm>
          <a:prstGeom prst="ellipse">
            <a:avLst/>
          </a:prstGeom>
          <a:solidFill>
            <a:srgbClr val="0000CD"/>
          </a:solidFill>
          <a:ln>
            <a:noFill/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GB"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1" name="Q3 Title"/>
          <p:cNvSpPr/>
          <p:nvPr/>
        </p:nvSpPr>
        <p:spPr>
          <a:xfrm>
            <a:off x="992909" y="3130058"/>
            <a:ext cx="6527800" cy="4064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buNone/>
            </a:pPr>
            <a:r>
              <a:rPr lang="en-GB" sz="1800" b="1">
                <a:solidFill>
                  <a:schemeClr val="tx2"/>
                </a:solidFill>
                <a:latin typeface="Arial"/>
              </a:rPr>
              <a:t>Price Elasticity</a:t>
            </a:r>
          </a:p>
        </p:txBody>
      </p:sp>
      <p:sp>
        <p:nvSpPr>
          <p:cNvPr id="82" name="Q3 Desc"/>
          <p:cNvSpPr/>
          <p:nvPr/>
        </p:nvSpPr>
        <p:spPr>
          <a:xfrm>
            <a:off x="992909" y="3434858"/>
            <a:ext cx="6527800" cy="4572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buNone/>
            </a:pPr>
            <a:r>
              <a:rPr lang="en-GB" sz="1600">
                <a:solidFill>
                  <a:srgbClr val="555555"/>
                </a:solidFill>
                <a:latin typeface="Arial"/>
              </a:rPr>
              <a:t>How sensitive is each SKU's demand to price changes?</a:t>
            </a:r>
          </a:p>
        </p:txBody>
      </p:sp>
      <p:sp>
        <p:nvSpPr>
          <p:cNvPr id="92" name="Data Panel"/>
          <p:cNvSpPr/>
          <p:nvPr/>
        </p:nvSpPr>
        <p:spPr>
          <a:xfrm>
            <a:off x="7366722" y="795203"/>
            <a:ext cx="4127500" cy="3576986"/>
          </a:xfrm>
          <a:prstGeom prst="roundRect">
            <a:avLst/>
          </a:prstGeom>
          <a:solidFill>
            <a:srgbClr val="E6E6FA"/>
          </a:solidFill>
          <a:ln w="12700">
            <a:solidFill>
              <a:schemeClr val="tx2"/>
            </a:solidFill>
          </a:ln>
        </p:spPr>
        <p:txBody>
          <a:bodyPr lIns="91440" tIns="45720" rIns="91440" bIns="45720" anchor="ctr"/>
          <a:lstStyle/>
          <a:p>
            <a:endParaRPr lang="en-GB"/>
          </a:p>
        </p:txBody>
      </p:sp>
      <p:sp>
        <p:nvSpPr>
          <p:cNvPr id="90" name="Section Label Right"/>
          <p:cNvSpPr/>
          <p:nvPr/>
        </p:nvSpPr>
        <p:spPr>
          <a:xfrm>
            <a:off x="8458200" y="814745"/>
            <a:ext cx="1951892" cy="4572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buNone/>
            </a:pPr>
            <a:r>
              <a:rPr lang="en-GB" sz="1800" b="1">
                <a:solidFill>
                  <a:schemeClr val="accent1"/>
                </a:solidFill>
                <a:latin typeface="Arial"/>
              </a:rPr>
              <a:t>Data Overview</a:t>
            </a:r>
          </a:p>
        </p:txBody>
      </p:sp>
      <p:sp>
        <p:nvSpPr>
          <p:cNvPr id="93" name="Metric 1 Value"/>
          <p:cNvSpPr/>
          <p:nvPr/>
        </p:nvSpPr>
        <p:spPr>
          <a:xfrm>
            <a:off x="8040472" y="1336429"/>
            <a:ext cx="1778000" cy="5588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buNone/>
            </a:pPr>
            <a:r>
              <a:rPr lang="en-GB" sz="2800" b="1">
                <a:solidFill>
                  <a:srgbClr val="0000CD"/>
                </a:solidFill>
                <a:latin typeface="Arial"/>
              </a:rPr>
              <a:t>44</a:t>
            </a:r>
          </a:p>
        </p:txBody>
      </p:sp>
      <p:sp>
        <p:nvSpPr>
          <p:cNvPr id="94" name="Metric 1 Label"/>
          <p:cNvSpPr/>
          <p:nvPr/>
        </p:nvSpPr>
        <p:spPr>
          <a:xfrm>
            <a:off x="7569200" y="1749434"/>
            <a:ext cx="1778000" cy="3302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buNone/>
            </a:pPr>
            <a:r>
              <a:rPr lang="en-GB" sz="1600">
                <a:solidFill>
                  <a:srgbClr val="555555"/>
                </a:solidFill>
                <a:latin typeface="Arial"/>
              </a:rPr>
              <a:t>SKUs analysed</a:t>
            </a:r>
          </a:p>
        </p:txBody>
      </p:sp>
      <p:sp>
        <p:nvSpPr>
          <p:cNvPr id="95" name="Metric 2 Value"/>
          <p:cNvSpPr/>
          <p:nvPr/>
        </p:nvSpPr>
        <p:spPr>
          <a:xfrm>
            <a:off x="10000048" y="1352058"/>
            <a:ext cx="841326" cy="5588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buNone/>
            </a:pPr>
            <a:r>
              <a:rPr lang="en-GB" sz="2800" b="1">
                <a:solidFill>
                  <a:srgbClr val="0000CD"/>
                </a:solidFill>
                <a:latin typeface="Arial"/>
              </a:rPr>
              <a:t>100</a:t>
            </a:r>
          </a:p>
        </p:txBody>
      </p:sp>
      <p:sp>
        <p:nvSpPr>
          <p:cNvPr id="96" name="Metric 2 Label"/>
          <p:cNvSpPr/>
          <p:nvPr/>
        </p:nvSpPr>
        <p:spPr>
          <a:xfrm>
            <a:off x="9652722" y="1754427"/>
            <a:ext cx="1841500" cy="3302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buNone/>
            </a:pPr>
            <a:r>
              <a:rPr lang="en-GB" sz="1600">
                <a:solidFill>
                  <a:srgbClr val="555555"/>
                </a:solidFill>
                <a:latin typeface="Arial"/>
              </a:rPr>
              <a:t>Weeks of data</a:t>
            </a:r>
          </a:p>
        </p:txBody>
      </p:sp>
      <p:sp>
        <p:nvSpPr>
          <p:cNvPr id="97" name="Panel Divider"/>
          <p:cNvSpPr/>
          <p:nvPr/>
        </p:nvSpPr>
        <p:spPr>
          <a:xfrm>
            <a:off x="7569200" y="2139458"/>
            <a:ext cx="37465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01" name="Period Detail"/>
          <p:cNvSpPr/>
          <p:nvPr/>
        </p:nvSpPr>
        <p:spPr>
          <a:xfrm>
            <a:off x="7569868" y="2332807"/>
            <a:ext cx="3523248" cy="1862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200" b="1">
                <a:solidFill>
                  <a:schemeClr val="dk2"/>
                </a:solidFill>
                <a:latin typeface="Arial"/>
              </a:rPr>
              <a:t>RAW DATA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Arial"/>
              </a:rPr>
              <a:t xml:space="preserve">4,400 </a:t>
            </a:r>
            <a:r>
              <a:rPr lang="en-GB" sz="1000">
                <a:solidFill>
                  <a:srgbClr val="333333"/>
                </a:solidFill>
                <a:latin typeface="Arial"/>
              </a:rPr>
              <a:t xml:space="preserve">rows  ×  </a:t>
            </a:r>
            <a:r>
              <a:rPr lang="en-GB" sz="1600" b="1">
                <a:solidFill>
                  <a:srgbClr val="000000"/>
                </a:solidFill>
                <a:latin typeface="Arial"/>
              </a:rPr>
              <a:t xml:space="preserve">8 </a:t>
            </a:r>
            <a:r>
              <a:rPr lang="en-GB" sz="1000">
                <a:solidFill>
                  <a:srgbClr val="333333"/>
                </a:solidFill>
                <a:latin typeface="Arial"/>
              </a:rPr>
              <a:t xml:space="preserve">cols  |  </a:t>
            </a:r>
            <a:r>
              <a:rPr lang="en-GB" sz="1600" b="1">
                <a:solidFill>
                  <a:srgbClr val="000000"/>
                </a:solidFill>
                <a:latin typeface="Arial"/>
              </a:rPr>
              <a:t xml:space="preserve">44 </a:t>
            </a:r>
            <a:r>
              <a:rPr lang="en-GB" sz="1000">
                <a:solidFill>
                  <a:srgbClr val="333333"/>
                </a:solidFill>
                <a:latin typeface="Arial"/>
              </a:rPr>
              <a:t xml:space="preserve">SKUs  ×  </a:t>
            </a:r>
            <a:r>
              <a:rPr lang="en-GB" sz="1600" b="1">
                <a:solidFill>
                  <a:srgbClr val="000000"/>
                </a:solidFill>
                <a:latin typeface="Arial"/>
              </a:rPr>
              <a:t xml:space="preserve">100 </a:t>
            </a:r>
            <a:r>
              <a:rPr lang="en-GB" sz="1000">
                <a:solidFill>
                  <a:srgbClr val="333333"/>
                </a:solidFill>
                <a:latin typeface="Arial"/>
              </a:rPr>
              <a:t>weeks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endParaRPr lang="en-GB" sz="1000">
              <a:solidFill>
                <a:srgbClr val="333333"/>
              </a:solidFill>
              <a:latin typeface="Arial"/>
            </a:endParaRPr>
          </a:p>
          <a:p>
            <a:pPr algn="l">
              <a:spcBef>
                <a:spcPts val="400"/>
              </a:spcBef>
              <a:spcAft>
                <a:spcPts val="200"/>
              </a:spcAft>
              <a:buNone/>
            </a:pPr>
            <a:r>
              <a:rPr lang="en-GB" sz="1200" b="1">
                <a:solidFill>
                  <a:schemeClr val="dk2"/>
                </a:solidFill>
                <a:latin typeface="Arial"/>
              </a:rPr>
              <a:t>PROCESSED DATA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Arial"/>
              </a:rPr>
              <a:t xml:space="preserve">4,312 </a:t>
            </a:r>
            <a:r>
              <a:rPr lang="en-GB" sz="1000">
                <a:solidFill>
                  <a:srgbClr val="333333"/>
                </a:solidFill>
                <a:latin typeface="Arial"/>
              </a:rPr>
              <a:t xml:space="preserve">rows  ×  </a:t>
            </a:r>
            <a:r>
              <a:rPr lang="en-GB" sz="1600" b="1">
                <a:solidFill>
                  <a:srgbClr val="000000"/>
                </a:solidFill>
                <a:latin typeface="Arial"/>
              </a:rPr>
              <a:t xml:space="preserve">48 </a:t>
            </a:r>
            <a:r>
              <a:rPr lang="en-GB" sz="1000">
                <a:solidFill>
                  <a:srgbClr val="333333"/>
                </a:solidFill>
                <a:latin typeface="Arial"/>
              </a:rPr>
              <a:t>cols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endParaRPr lang="en-GB" sz="1000">
              <a:solidFill>
                <a:srgbClr val="333333"/>
              </a:solidFill>
              <a:latin typeface="Arial"/>
            </a:endParaRPr>
          </a:p>
          <a:p>
            <a:pPr algn="l">
              <a:spcBef>
                <a:spcPts val="400"/>
              </a:spcBef>
              <a:spcAft>
                <a:spcPts val="200"/>
              </a:spcAft>
              <a:buNone/>
            </a:pPr>
            <a:r>
              <a:rPr lang="en-GB" sz="1200" b="1">
                <a:solidFill>
                  <a:schemeClr val="dk2"/>
                </a:solidFill>
                <a:latin typeface="Arial"/>
              </a:rPr>
              <a:t>PERIOD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Arial"/>
              </a:rPr>
              <a:t xml:space="preserve">Oct 2016 – Sep 2018  </a:t>
            </a:r>
            <a:r>
              <a:rPr lang="en-GB" sz="900">
                <a:solidFill>
                  <a:srgbClr val="333333"/>
                </a:solidFill>
                <a:latin typeface="Arial"/>
              </a:rPr>
              <a:t>(weekly)</a:t>
            </a:r>
          </a:p>
        </p:txBody>
      </p:sp>
      <p:sp>
        <p:nvSpPr>
          <p:cNvPr id="110" name="Features Section"/>
          <p:cNvSpPr/>
          <p:nvPr/>
        </p:nvSpPr>
        <p:spPr>
          <a:xfrm>
            <a:off x="330200" y="4521200"/>
            <a:ext cx="11544300" cy="4572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buNone/>
            </a:pPr>
            <a:r>
              <a:rPr lang="en-GB" sz="1800" b="1">
                <a:solidFill>
                  <a:schemeClr val="accent1"/>
                </a:solidFill>
                <a:latin typeface="Arial"/>
              </a:rPr>
              <a:t>Key Data Features</a:t>
            </a:r>
          </a:p>
        </p:txBody>
      </p:sp>
      <p:sp>
        <p:nvSpPr>
          <p:cNvPr id="111" name="Line Features"/>
          <p:cNvSpPr/>
          <p:nvPr/>
        </p:nvSpPr>
        <p:spPr>
          <a:xfrm>
            <a:off x="330200" y="5010727"/>
            <a:ext cx="11544300" cy="0"/>
          </a:xfrm>
          <a:prstGeom prst="line">
            <a:avLst/>
          </a:prstGeom>
          <a:ln w="12700">
            <a:solidFill>
              <a:srgbClr val="0000CD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20" name="Pill Price"/>
          <p:cNvSpPr/>
          <p:nvPr/>
        </p:nvSpPr>
        <p:spPr>
          <a:xfrm>
            <a:off x="406400" y="5270500"/>
            <a:ext cx="2159000" cy="5080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EE82EE"/>
            </a:solidFill>
          </a:ln>
        </p:spPr>
        <p:txBody>
          <a:bodyPr wrap="square" lIns="91440" tIns="45720" rIns="91440" bIns="45720" anchor="ctr" anchorCtr="0">
            <a:noAutofit/>
          </a:bodyPr>
          <a:lstStyle/>
          <a:p>
            <a:pPr algn="ctr">
              <a:buNone/>
            </a:pPr>
            <a:r>
              <a:rPr lang="en-GB" sz="1400">
                <a:solidFill>
                  <a:srgbClr val="000080"/>
                </a:solidFill>
                <a:latin typeface="Arial"/>
              </a:rPr>
              <a:t>price</a:t>
            </a:r>
          </a:p>
        </p:txBody>
      </p:sp>
      <p:sp>
        <p:nvSpPr>
          <p:cNvPr id="121" name="Pill Promotions"/>
          <p:cNvSpPr/>
          <p:nvPr/>
        </p:nvSpPr>
        <p:spPr>
          <a:xfrm>
            <a:off x="2717800" y="5270500"/>
            <a:ext cx="2159000" cy="5080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EE82EE"/>
            </a:solidFill>
          </a:ln>
        </p:spPr>
        <p:txBody>
          <a:bodyPr wrap="square" lIns="91440" tIns="45720" rIns="91440" bIns="45720" anchor="ctr" anchorCtr="0">
            <a:noAutofit/>
          </a:bodyPr>
          <a:lstStyle/>
          <a:p>
            <a:pPr algn="ctr">
              <a:buNone/>
            </a:pPr>
            <a:r>
              <a:rPr lang="en-GB" sz="1400">
                <a:solidFill>
                  <a:srgbClr val="000080"/>
                </a:solidFill>
                <a:latin typeface="Arial"/>
              </a:rPr>
              <a:t>feat_main_page</a:t>
            </a:r>
          </a:p>
        </p:txBody>
      </p:sp>
      <p:sp>
        <p:nvSpPr>
          <p:cNvPr id="122" name="Pill Trend"/>
          <p:cNvSpPr/>
          <p:nvPr/>
        </p:nvSpPr>
        <p:spPr>
          <a:xfrm>
            <a:off x="5029200" y="5270500"/>
            <a:ext cx="2159000" cy="5080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EE82EE"/>
            </a:solidFill>
          </a:ln>
        </p:spPr>
        <p:txBody>
          <a:bodyPr wrap="square" lIns="91440" tIns="45720" rIns="91440" bIns="45720" anchor="ctr" anchorCtr="0">
            <a:noAutofit/>
          </a:bodyPr>
          <a:lstStyle/>
          <a:p>
            <a:pPr algn="ctr">
              <a:buNone/>
            </a:pPr>
            <a:r>
              <a:rPr lang="en-GB" sz="1400">
                <a:solidFill>
                  <a:srgbClr val="000080"/>
                </a:solidFill>
                <a:latin typeface="Arial"/>
              </a:rPr>
              <a:t>trend</a:t>
            </a:r>
          </a:p>
        </p:txBody>
      </p:sp>
      <p:sp>
        <p:nvSpPr>
          <p:cNvPr id="123" name="Pill Seasonality"/>
          <p:cNvSpPr/>
          <p:nvPr/>
        </p:nvSpPr>
        <p:spPr>
          <a:xfrm>
            <a:off x="7340600" y="5270500"/>
            <a:ext cx="2159000" cy="5080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EE82EE"/>
            </a:solidFill>
          </a:ln>
        </p:spPr>
        <p:txBody>
          <a:bodyPr wrap="square" lIns="91440" tIns="45720" rIns="91440" bIns="45720" anchor="ctr" anchorCtr="0">
            <a:noAutofit/>
          </a:bodyPr>
          <a:lstStyle/>
          <a:p>
            <a:pPr algn="ctr">
              <a:buNone/>
            </a:pPr>
            <a:r>
              <a:rPr lang="en-GB" sz="1400">
                <a:solidFill>
                  <a:srgbClr val="000080"/>
                </a:solidFill>
                <a:latin typeface="Arial"/>
              </a:rPr>
              <a:t>quarter</a:t>
            </a:r>
          </a:p>
        </p:txBody>
      </p:sp>
      <p:sp>
        <p:nvSpPr>
          <p:cNvPr id="124" name="Pill Functionality"/>
          <p:cNvSpPr/>
          <p:nvPr/>
        </p:nvSpPr>
        <p:spPr>
          <a:xfrm>
            <a:off x="9652000" y="5270500"/>
            <a:ext cx="2159000" cy="5080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EE82EE"/>
            </a:solidFill>
          </a:ln>
        </p:spPr>
        <p:txBody>
          <a:bodyPr wrap="square" lIns="91440" tIns="45720" rIns="91440" bIns="45720" anchor="ctr" anchorCtr="0">
            <a:noAutofit/>
          </a:bodyPr>
          <a:lstStyle/>
          <a:p>
            <a:pPr algn="ctr">
              <a:buNone/>
            </a:pPr>
            <a:r>
              <a:rPr lang="en-GB" sz="1400">
                <a:solidFill>
                  <a:srgbClr val="000080"/>
                </a:solidFill>
                <a:latin typeface="Arial"/>
              </a:rPr>
              <a:t>price_change</a:t>
            </a:r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12338F9A-BC53-8AD4-3446-15D6D1F92C99}"/>
              </a:ext>
            </a:extLst>
          </p:cNvPr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0080"/>
          </a:solidFill>
          <a:ln/>
        </p:spPr>
        <p:txBody>
          <a:bodyPr/>
          <a:lstStyle/>
          <a:p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3707338231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F4F674-D976-C379-F19E-3EC33B4AB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FF3C8-C3FC-196A-75CB-ADC1B0CC5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the Dashboard Works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24862-9620-D458-936F-38DE1784F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z="850">
                <a:solidFill>
                  <a:srgbClr val="0000CD"/>
                </a:solidFill>
                <a:latin typeface="Arial"/>
              </a:rPr>
              <a:t>4</a:t>
            </a:r>
          </a:p>
        </p:txBody>
      </p:sp>
      <p:sp>
        <p:nvSpPr>
          <p:cNvPr id="50" name="Card Self-Contained"/>
          <p:cNvSpPr/>
          <p:nvPr/>
        </p:nvSpPr>
        <p:spPr>
          <a:xfrm>
            <a:off x="457200" y="1117600"/>
            <a:ext cx="2667000" cy="13970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txBody>
          <a:bodyPr lIns="72000" tIns="36000" rIns="72000" bIns="36000" anchor="ctr"/>
          <a:lstStyle/>
          <a:p>
            <a:endParaRPr lang="en-GB"/>
          </a:p>
        </p:txBody>
      </p:sp>
      <p:sp>
        <p:nvSpPr>
          <p:cNvPr id="51" name="Accent Self-Contained"/>
          <p:cNvSpPr/>
          <p:nvPr/>
        </p:nvSpPr>
        <p:spPr>
          <a:xfrm>
            <a:off x="457200" y="1117600"/>
            <a:ext cx="2667000" cy="50800"/>
          </a:xfrm>
          <a:prstGeom prst="rect">
            <a:avLst/>
          </a:prstGeom>
          <a:solidFill>
            <a:srgbClr val="0000CD"/>
          </a:solidFill>
          <a:ln>
            <a:noFill/>
          </a:ln>
        </p:spPr>
        <p:txBody>
          <a:bodyPr lIns="72000" tIns="36000" rIns="72000" bIns="36000" anchor="ctr"/>
          <a:lstStyle/>
          <a:p>
            <a:endParaRPr lang="en-GB"/>
          </a:p>
        </p:txBody>
      </p:sp>
      <p:sp>
        <p:nvSpPr>
          <p:cNvPr id="52" name="Label Self-Contained"/>
          <p:cNvSpPr/>
          <p:nvPr/>
        </p:nvSpPr>
        <p:spPr>
          <a:xfrm>
            <a:off x="584200" y="1295400"/>
            <a:ext cx="2413000" cy="3048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ctr"/>
          <a:lstStyle/>
          <a:p>
            <a:pPr algn="l">
              <a:buNone/>
            </a:pPr>
            <a:r>
              <a:rPr lang="en-GB" sz="1500" b="1">
                <a:solidFill>
                  <a:srgbClr val="0000CD"/>
                </a:solidFill>
                <a:latin typeface="Arial"/>
              </a:rPr>
              <a:t>Self-Contained</a:t>
            </a:r>
          </a:p>
        </p:txBody>
      </p:sp>
      <p:sp>
        <p:nvSpPr>
          <p:cNvPr id="53" name="Body Self-Contained"/>
          <p:cNvSpPr/>
          <p:nvPr/>
        </p:nvSpPr>
        <p:spPr>
          <a:xfrm>
            <a:off x="584200" y="1651000"/>
            <a:ext cx="2413000" cy="7620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t"/>
          <a:lstStyle/>
          <a:p>
            <a:pPr algn="l">
              <a:buNone/>
            </a:pPr>
            <a:r>
              <a:rPr lang="en-GB" sz="1400">
                <a:solidFill>
                  <a:srgbClr val="444444"/>
                </a:solidFill>
                <a:latin typeface="Arial"/>
              </a:rPr>
              <a:t>Single HTML file — no server or installation required</a:t>
            </a:r>
          </a:p>
        </p:txBody>
      </p:sp>
      <p:sp>
        <p:nvSpPr>
          <p:cNvPr id="60" name="Card 4 Interactive Tabs"/>
          <p:cNvSpPr/>
          <p:nvPr/>
        </p:nvSpPr>
        <p:spPr>
          <a:xfrm>
            <a:off x="3289300" y="1117600"/>
            <a:ext cx="2667000" cy="13970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txBody>
          <a:bodyPr lIns="72000" tIns="36000" rIns="72000" bIns="36000" anchor="ctr"/>
          <a:lstStyle/>
          <a:p>
            <a:endParaRPr lang="en-GB"/>
          </a:p>
        </p:txBody>
      </p:sp>
      <p:sp>
        <p:nvSpPr>
          <p:cNvPr id="61" name="Accent 4 Interactive Tabs"/>
          <p:cNvSpPr/>
          <p:nvPr/>
        </p:nvSpPr>
        <p:spPr>
          <a:xfrm>
            <a:off x="3289300" y="1117600"/>
            <a:ext cx="2667000" cy="50800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txBody>
          <a:bodyPr lIns="72000" tIns="36000" rIns="72000" bIns="36000" anchor="ctr"/>
          <a:lstStyle/>
          <a:p>
            <a:endParaRPr lang="en-GB"/>
          </a:p>
        </p:txBody>
      </p:sp>
      <p:sp>
        <p:nvSpPr>
          <p:cNvPr id="62" name="Label 4 Interactive Tabs"/>
          <p:cNvSpPr/>
          <p:nvPr/>
        </p:nvSpPr>
        <p:spPr>
          <a:xfrm>
            <a:off x="3416300" y="1295400"/>
            <a:ext cx="2413000" cy="3048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ctr"/>
          <a:lstStyle/>
          <a:p>
            <a:pPr algn="l">
              <a:buNone/>
            </a:pPr>
            <a:r>
              <a:rPr lang="en-GB" sz="1500" b="1">
                <a:solidFill>
                  <a:srgbClr val="7B68EE"/>
                </a:solidFill>
                <a:latin typeface="Arial"/>
              </a:rPr>
              <a:t>4 Interactive Tabs</a:t>
            </a:r>
          </a:p>
        </p:txBody>
      </p:sp>
      <p:sp>
        <p:nvSpPr>
          <p:cNvPr id="63" name="Body 4 Interactive Tabs"/>
          <p:cNvSpPr/>
          <p:nvPr/>
        </p:nvSpPr>
        <p:spPr>
          <a:xfrm>
            <a:off x="3416300" y="1651000"/>
            <a:ext cx="2413000" cy="7620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t"/>
          <a:lstStyle/>
          <a:p>
            <a:pPr algn="l">
              <a:buNone/>
            </a:pPr>
            <a:r>
              <a:rPr lang="en-GB" sz="1400">
                <a:solidFill>
                  <a:srgbClr val="444444"/>
                </a:solidFill>
                <a:latin typeface="Arial"/>
              </a:rPr>
              <a:t>Guide → Forecasting → Promotions → Price Elasticity</a:t>
            </a:r>
          </a:p>
        </p:txBody>
      </p:sp>
      <p:sp>
        <p:nvSpPr>
          <p:cNvPr id="70" name="Card Built With"/>
          <p:cNvSpPr/>
          <p:nvPr/>
        </p:nvSpPr>
        <p:spPr>
          <a:xfrm>
            <a:off x="6121400" y="1117600"/>
            <a:ext cx="2667000" cy="13970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txBody>
          <a:bodyPr lIns="72000" tIns="36000" rIns="72000" bIns="36000" anchor="ctr"/>
          <a:lstStyle/>
          <a:p>
            <a:endParaRPr lang="en-GB"/>
          </a:p>
        </p:txBody>
      </p:sp>
      <p:sp>
        <p:nvSpPr>
          <p:cNvPr id="71" name="Accent Built With"/>
          <p:cNvSpPr/>
          <p:nvPr/>
        </p:nvSpPr>
        <p:spPr>
          <a:xfrm>
            <a:off x="6121400" y="1117600"/>
            <a:ext cx="2667000" cy="50800"/>
          </a:xfrm>
          <a:prstGeom prst="rect">
            <a:avLst/>
          </a:prstGeom>
          <a:solidFill>
            <a:srgbClr val="C71585"/>
          </a:solidFill>
          <a:ln>
            <a:noFill/>
          </a:ln>
        </p:spPr>
        <p:txBody>
          <a:bodyPr lIns="72000" tIns="36000" rIns="72000" bIns="36000" anchor="ctr"/>
          <a:lstStyle/>
          <a:p>
            <a:endParaRPr lang="en-GB"/>
          </a:p>
        </p:txBody>
      </p:sp>
      <p:sp>
        <p:nvSpPr>
          <p:cNvPr id="72" name="Label Built With"/>
          <p:cNvSpPr/>
          <p:nvPr/>
        </p:nvSpPr>
        <p:spPr>
          <a:xfrm>
            <a:off x="6248400" y="1295400"/>
            <a:ext cx="2413000" cy="3048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ctr"/>
          <a:lstStyle/>
          <a:p>
            <a:pPr algn="l">
              <a:buNone/>
            </a:pPr>
            <a:r>
              <a:rPr lang="en-GB" sz="1500" b="1">
                <a:solidFill>
                  <a:srgbClr val="C71585"/>
                </a:solidFill>
                <a:latin typeface="Arial"/>
              </a:rPr>
              <a:t>Built With</a:t>
            </a:r>
          </a:p>
        </p:txBody>
      </p:sp>
      <p:sp>
        <p:nvSpPr>
          <p:cNvPr id="73" name="Body Built With"/>
          <p:cNvSpPr/>
          <p:nvPr/>
        </p:nvSpPr>
        <p:spPr>
          <a:xfrm>
            <a:off x="6248400" y="1651000"/>
            <a:ext cx="2413000" cy="7620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t"/>
          <a:lstStyle/>
          <a:p>
            <a:pPr algn="l">
              <a:buNone/>
            </a:pPr>
            <a:r>
              <a:rPr lang="en-GB" sz="1400">
                <a:solidFill>
                  <a:srgbClr val="444444"/>
                </a:solidFill>
                <a:latin typeface="Arial"/>
              </a:rPr>
              <a:t>Python (scikit-learn, statsmodels) + Plotly.js interactive charts</a:t>
            </a:r>
          </a:p>
        </p:txBody>
      </p:sp>
      <p:sp>
        <p:nvSpPr>
          <p:cNvPr id="80" name="Card Pipeline"/>
          <p:cNvSpPr/>
          <p:nvPr/>
        </p:nvSpPr>
        <p:spPr>
          <a:xfrm>
            <a:off x="8953500" y="1117600"/>
            <a:ext cx="2667000" cy="13970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txBody>
          <a:bodyPr lIns="72000" tIns="36000" rIns="72000" bIns="36000" anchor="ctr"/>
          <a:lstStyle/>
          <a:p>
            <a:endParaRPr lang="en-GB"/>
          </a:p>
        </p:txBody>
      </p:sp>
      <p:sp>
        <p:nvSpPr>
          <p:cNvPr id="81" name="Accent Pipeline"/>
          <p:cNvSpPr/>
          <p:nvPr/>
        </p:nvSpPr>
        <p:spPr>
          <a:xfrm>
            <a:off x="8953500" y="1117600"/>
            <a:ext cx="2667000" cy="5080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txBody>
          <a:bodyPr lIns="72000" tIns="36000" rIns="72000" bIns="36000" anchor="ctr"/>
          <a:lstStyle/>
          <a:p>
            <a:endParaRPr lang="en-GB"/>
          </a:p>
        </p:txBody>
      </p:sp>
      <p:sp>
        <p:nvSpPr>
          <p:cNvPr id="82" name="Label Pipeline"/>
          <p:cNvSpPr/>
          <p:nvPr/>
        </p:nvSpPr>
        <p:spPr>
          <a:xfrm>
            <a:off x="9080500" y="1295400"/>
            <a:ext cx="2413000" cy="3048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ctr"/>
          <a:lstStyle/>
          <a:p>
            <a:pPr algn="l">
              <a:buNone/>
            </a:pPr>
            <a:r>
              <a:rPr lang="en-GB" sz="1500" b="1">
                <a:solidFill>
                  <a:srgbClr val="006400"/>
                </a:solidFill>
                <a:latin typeface="Arial"/>
              </a:rPr>
              <a:t>Pipeline</a:t>
            </a:r>
          </a:p>
        </p:txBody>
      </p:sp>
      <p:sp>
        <p:nvSpPr>
          <p:cNvPr id="83" name="Body Pipeline"/>
          <p:cNvSpPr/>
          <p:nvPr/>
        </p:nvSpPr>
        <p:spPr>
          <a:xfrm>
            <a:off x="9080500" y="1651000"/>
            <a:ext cx="2413000" cy="7620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t"/>
          <a:lstStyle/>
          <a:p>
            <a:r>
              <a:rPr lang="en-GB" sz="1400">
                <a:solidFill>
                  <a:srgbClr val="444444"/>
                </a:solidFill>
                <a:latin typeface="Arial"/>
              </a:rPr>
              <a:t>Raw Data → Python (</a:t>
            </a:r>
            <a:r>
              <a:rPr lang="en-GB" sz="1400">
                <a:solidFill>
                  <a:srgbClr val="444444"/>
                </a:solidFill>
                <a:latin typeface="Arial"/>
                <a:cs typeface="Arial"/>
              </a:rPr>
              <a:t>Naïve baseline + 3 ML models</a:t>
            </a:r>
            <a:endParaRPr lang="en-US">
              <a:solidFill>
                <a:srgbClr val="000000"/>
              </a:solidFill>
              <a:latin typeface="Arial"/>
              <a:cs typeface="Arial"/>
            </a:endParaRPr>
          </a:p>
          <a:p>
            <a:pPr algn="l">
              <a:buNone/>
            </a:pPr>
            <a:r>
              <a:rPr lang="en-GB" sz="1400">
                <a:solidFill>
                  <a:srgbClr val="444444"/>
                </a:solidFill>
                <a:latin typeface="Arial"/>
              </a:rPr>
              <a:t>) → HTML Dashboard</a:t>
            </a:r>
            <a:endParaRPr lang="en-US">
              <a:cs typeface="Arial"/>
            </a:endParaRPr>
          </a:p>
        </p:txBody>
      </p:sp>
      <p:sp>
        <p:nvSpPr>
          <p:cNvPr id="90" name="Pipeline Header"/>
          <p:cNvSpPr/>
          <p:nvPr/>
        </p:nvSpPr>
        <p:spPr>
          <a:xfrm>
            <a:off x="457200" y="28702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ctr"/>
          <a:lstStyle/>
          <a:p>
            <a:pPr algn="l">
              <a:buNone/>
            </a:pPr>
            <a:r>
              <a:rPr lang="en-GB" sz="1500" b="1">
                <a:solidFill>
                  <a:schemeClr val="dk2"/>
                </a:solidFill>
                <a:latin typeface="Arial"/>
              </a:rPr>
              <a:t>Data Processing Pipeline</a:t>
            </a:r>
          </a:p>
        </p:txBody>
      </p:sp>
      <p:sp>
        <p:nvSpPr>
          <p:cNvPr id="91" name="Pipeline Line"/>
          <p:cNvSpPr/>
          <p:nvPr/>
        </p:nvSpPr>
        <p:spPr>
          <a:xfrm>
            <a:off x="457200" y="3175000"/>
            <a:ext cx="11163300" cy="0"/>
          </a:xfrm>
          <a:prstGeom prst="line">
            <a:avLst/>
          </a:prstGeom>
          <a:ln w="12700">
            <a:solidFill>
              <a:srgbClr val="0000CD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00" name="Step Raw Sales Data"/>
          <p:cNvSpPr/>
          <p:nvPr/>
        </p:nvSpPr>
        <p:spPr>
          <a:xfrm>
            <a:off x="457200" y="3302000"/>
            <a:ext cx="2159000" cy="889000"/>
          </a:xfrm>
          <a:prstGeom prst="homePlate">
            <a:avLst/>
          </a:prstGeom>
          <a:solidFill>
            <a:srgbClr val="E8E8FF"/>
          </a:solidFill>
          <a:ln w="6350">
            <a:solidFill>
              <a:srgbClr val="0000CD"/>
            </a:solidFill>
          </a:ln>
        </p:spPr>
        <p:txBody>
          <a:bodyPr lIns="72000" tIns="36000" rIns="72000" bIns="36000" anchor="ctr"/>
          <a:lstStyle/>
          <a:p>
            <a:pPr algn="ctr">
              <a:buNone/>
            </a:pPr>
            <a:r>
              <a:rPr lang="en-GB" sz="1400" b="1">
                <a:solidFill>
                  <a:srgbClr val="000080"/>
                </a:solidFill>
                <a:latin typeface="Arial"/>
              </a:rPr>
              <a:t>Raw Sales Data</a:t>
            </a:r>
          </a:p>
          <a:p>
            <a:pPr algn="ctr">
              <a:buNone/>
            </a:pPr>
            <a:r>
              <a:rPr lang="en-GB" sz="1200">
                <a:solidFill>
                  <a:srgbClr val="555555"/>
                </a:solidFill>
                <a:latin typeface="Arial"/>
              </a:rPr>
              <a:t>44 SKUs × 100 weeks</a:t>
            </a:r>
          </a:p>
        </p:txBody>
      </p:sp>
      <p:sp>
        <p:nvSpPr>
          <p:cNvPr id="103" name="Step Data Cleaning"/>
          <p:cNvSpPr/>
          <p:nvPr/>
        </p:nvSpPr>
        <p:spPr>
          <a:xfrm>
            <a:off x="2692400" y="3302000"/>
            <a:ext cx="2159000" cy="889000"/>
          </a:xfrm>
          <a:prstGeom prst="homePlate">
            <a:avLst/>
          </a:prstGeom>
          <a:solidFill>
            <a:srgbClr val="E0E0FF"/>
          </a:solidFill>
          <a:ln w="6350">
            <a:solidFill>
              <a:srgbClr val="0000CD"/>
            </a:solidFill>
          </a:ln>
        </p:spPr>
        <p:txBody>
          <a:bodyPr lIns="72000" tIns="36000" rIns="72000" bIns="36000" anchor="ctr"/>
          <a:lstStyle/>
          <a:p>
            <a:pPr algn="ctr">
              <a:buNone/>
            </a:pPr>
            <a:r>
              <a:rPr lang="en-GB" sz="1400" b="1">
                <a:solidFill>
                  <a:srgbClr val="000080"/>
                </a:solidFill>
                <a:latin typeface="Arial"/>
              </a:rPr>
              <a:t>Data Cleaning</a:t>
            </a:r>
          </a:p>
          <a:p>
            <a:pPr algn="ctr">
              <a:buNone/>
            </a:pPr>
            <a:r>
              <a:rPr lang="en-GB" sz="1200">
                <a:solidFill>
                  <a:srgbClr val="555555"/>
                </a:solidFill>
                <a:latin typeface="Arial"/>
              </a:rPr>
              <a:t>Outlier removal, imputation</a:t>
            </a:r>
          </a:p>
        </p:txBody>
      </p:sp>
      <p:sp>
        <p:nvSpPr>
          <p:cNvPr id="106" name="Step ML Models"/>
          <p:cNvSpPr/>
          <p:nvPr/>
        </p:nvSpPr>
        <p:spPr>
          <a:xfrm>
            <a:off x="4927600" y="3302000"/>
            <a:ext cx="2159000" cy="889000"/>
          </a:xfrm>
          <a:prstGeom prst="homePlate">
            <a:avLst/>
          </a:prstGeom>
          <a:solidFill>
            <a:srgbClr val="D8D8FF"/>
          </a:solidFill>
          <a:ln w="6350">
            <a:solidFill>
              <a:srgbClr val="0000CD"/>
            </a:solidFill>
          </a:ln>
        </p:spPr>
        <p:txBody>
          <a:bodyPr lIns="72000" tIns="36000" rIns="72000" bIns="36000" anchor="ctr"/>
          <a:lstStyle/>
          <a:p>
            <a:pPr algn="ctr">
              <a:buNone/>
            </a:pPr>
            <a:r>
              <a:rPr lang="en-GB" sz="1400" b="1">
                <a:solidFill>
                  <a:srgbClr val="000080"/>
                </a:solidFill>
                <a:latin typeface="Arial"/>
              </a:rPr>
              <a:t>ML Models</a:t>
            </a:r>
          </a:p>
          <a:p>
            <a:pPr algn="ctr">
              <a:buNone/>
            </a:pPr>
            <a:r>
              <a:rPr lang="en-GB" sz="1200">
                <a:solidFill>
                  <a:srgbClr val="555555"/>
                </a:solidFill>
                <a:latin typeface="Arial"/>
              </a:rPr>
              <a:t>RF, MLP, Linear Reg</a:t>
            </a:r>
          </a:p>
        </p:txBody>
      </p:sp>
      <p:sp>
        <p:nvSpPr>
          <p:cNvPr id="109" name="Step Scan*Pro OLS"/>
          <p:cNvSpPr/>
          <p:nvPr/>
        </p:nvSpPr>
        <p:spPr>
          <a:xfrm>
            <a:off x="7162800" y="3302000"/>
            <a:ext cx="2159000" cy="889000"/>
          </a:xfrm>
          <a:prstGeom prst="homePlate">
            <a:avLst/>
          </a:prstGeom>
          <a:solidFill>
            <a:srgbClr val="D0D0FF"/>
          </a:solidFill>
          <a:ln w="6350">
            <a:solidFill>
              <a:srgbClr val="0000CD"/>
            </a:solidFill>
          </a:ln>
        </p:spPr>
        <p:txBody>
          <a:bodyPr lIns="72000" tIns="36000" rIns="72000" bIns="36000" anchor="ctr"/>
          <a:lstStyle/>
          <a:p>
            <a:pPr algn="ctr">
              <a:buNone/>
            </a:pPr>
            <a:r>
              <a:rPr lang="en-GB" sz="1400" b="1">
                <a:solidFill>
                  <a:srgbClr val="000080"/>
                </a:solidFill>
                <a:latin typeface="Arial"/>
              </a:rPr>
              <a:t>Scan*Pro OLS</a:t>
            </a:r>
          </a:p>
          <a:p>
            <a:pPr algn="ctr">
              <a:buNone/>
            </a:pPr>
            <a:r>
              <a:rPr lang="en-GB" sz="1200">
                <a:solidFill>
                  <a:srgbClr val="555555"/>
                </a:solidFill>
                <a:latin typeface="Arial"/>
              </a:rPr>
              <a:t>Promo + Price analysis</a:t>
            </a:r>
          </a:p>
        </p:txBody>
      </p:sp>
      <p:sp>
        <p:nvSpPr>
          <p:cNvPr id="112" name="Step HTML Dashboard"/>
          <p:cNvSpPr/>
          <p:nvPr/>
        </p:nvSpPr>
        <p:spPr>
          <a:xfrm>
            <a:off x="9398000" y="3302000"/>
            <a:ext cx="2159000" cy="889000"/>
          </a:xfrm>
          <a:prstGeom prst="homePlate">
            <a:avLst/>
          </a:prstGeom>
          <a:solidFill>
            <a:srgbClr val="C8C8FF"/>
          </a:solidFill>
          <a:ln w="6350">
            <a:solidFill>
              <a:srgbClr val="0000CD"/>
            </a:solidFill>
          </a:ln>
        </p:spPr>
        <p:txBody>
          <a:bodyPr lIns="72000" tIns="36000" rIns="72000" bIns="36000" anchor="ctr"/>
          <a:lstStyle/>
          <a:p>
            <a:pPr algn="ctr">
              <a:buNone/>
            </a:pPr>
            <a:r>
              <a:rPr lang="en-GB" sz="1400" b="1">
                <a:solidFill>
                  <a:srgbClr val="000080"/>
                </a:solidFill>
                <a:latin typeface="Arial"/>
              </a:rPr>
              <a:t>HTML Dashboard</a:t>
            </a:r>
          </a:p>
          <a:p>
            <a:pPr algn="ctr">
              <a:buNone/>
            </a:pPr>
            <a:r>
              <a:rPr lang="en-GB" sz="1200">
                <a:solidFill>
                  <a:srgbClr val="555555"/>
                </a:solidFill>
                <a:latin typeface="Arial"/>
              </a:rPr>
              <a:t>Interactive Plotly.js</a:t>
            </a:r>
          </a:p>
        </p:txBody>
      </p:sp>
      <p:sp>
        <p:nvSpPr>
          <p:cNvPr id="120" name="Output Header"/>
          <p:cNvSpPr/>
          <p:nvPr/>
        </p:nvSpPr>
        <p:spPr>
          <a:xfrm>
            <a:off x="457200" y="44450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ctr"/>
          <a:lstStyle/>
          <a:p>
            <a:pPr algn="l">
              <a:buNone/>
            </a:pPr>
            <a:r>
              <a:rPr lang="en-GB" sz="1500" b="1">
                <a:solidFill>
                  <a:schemeClr val="dk2"/>
                </a:solidFill>
                <a:latin typeface="Arial"/>
              </a:rPr>
              <a:t>Dashboard Outputs</a:t>
            </a:r>
          </a:p>
        </p:txBody>
      </p:sp>
      <p:sp>
        <p:nvSpPr>
          <p:cNvPr id="121" name="Output Line"/>
          <p:cNvSpPr/>
          <p:nvPr/>
        </p:nvSpPr>
        <p:spPr>
          <a:xfrm>
            <a:off x="457200" y="4749800"/>
            <a:ext cx="11163300" cy="0"/>
          </a:xfrm>
          <a:prstGeom prst="line">
            <a:avLst/>
          </a:prstGeom>
          <a:ln w="12700">
            <a:solidFill>
              <a:srgbClr val="0000CD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30" name="Output Demand Forecasts"/>
          <p:cNvSpPr/>
          <p:nvPr/>
        </p:nvSpPr>
        <p:spPr>
          <a:xfrm>
            <a:off x="457200" y="4851400"/>
            <a:ext cx="2667000" cy="787400"/>
          </a:xfrm>
          <a:prstGeom prst="roundRect">
            <a:avLst/>
          </a:prstGeom>
          <a:solidFill>
            <a:srgbClr val="FAFAFA"/>
          </a:solidFill>
          <a:ln w="6350">
            <a:solidFill>
              <a:schemeClr val="accent1"/>
            </a:solidFill>
          </a:ln>
        </p:spPr>
        <p:txBody>
          <a:bodyPr lIns="72000" tIns="36000" rIns="72000" bIns="36000" anchor="t"/>
          <a:lstStyle/>
          <a:p>
            <a:pPr algn="l">
              <a:buNone/>
            </a:pPr>
            <a:r>
              <a:rPr lang="en-GB" sz="1400" b="1">
                <a:solidFill>
                  <a:schemeClr val="dk1"/>
                </a:solidFill>
                <a:latin typeface="Arial"/>
              </a:rPr>
              <a:t>Demand Forecasts</a:t>
            </a:r>
          </a:p>
          <a:p>
            <a:pPr algn="l">
              <a:buNone/>
            </a:pPr>
            <a:r>
              <a:rPr lang="en-GB" sz="1200">
                <a:solidFill>
                  <a:srgbClr val="666666"/>
                </a:solidFill>
                <a:latin typeface="Arial"/>
              </a:rPr>
              <a:t>12-week predictions with confidence intervals</a:t>
            </a:r>
          </a:p>
        </p:txBody>
      </p:sp>
      <p:sp>
        <p:nvSpPr>
          <p:cNvPr id="131" name="Output Model Comparison"/>
          <p:cNvSpPr/>
          <p:nvPr/>
        </p:nvSpPr>
        <p:spPr>
          <a:xfrm>
            <a:off x="3289300" y="4851400"/>
            <a:ext cx="2667000" cy="787400"/>
          </a:xfrm>
          <a:prstGeom prst="roundRect">
            <a:avLst/>
          </a:prstGeom>
          <a:solidFill>
            <a:srgbClr val="FAFAFA"/>
          </a:solidFill>
          <a:ln w="6350">
            <a:solidFill>
              <a:schemeClr val="accent1"/>
            </a:solidFill>
          </a:ln>
        </p:spPr>
        <p:txBody>
          <a:bodyPr lIns="72000" tIns="36000" rIns="72000" bIns="36000" anchor="t"/>
          <a:lstStyle/>
          <a:p>
            <a:pPr algn="l">
              <a:buNone/>
            </a:pPr>
            <a:r>
              <a:rPr lang="en-GB" sz="1400" b="1">
                <a:solidFill>
                  <a:schemeClr val="dk1"/>
                </a:solidFill>
                <a:latin typeface="Arial"/>
              </a:rPr>
              <a:t>Model Comparison</a:t>
            </a:r>
          </a:p>
          <a:p>
            <a:r>
              <a:rPr lang="en-GB" sz="1200">
                <a:solidFill>
                  <a:srgbClr val="666666"/>
                </a:solidFill>
                <a:latin typeface="Arial"/>
                <a:cs typeface="Arial"/>
              </a:rPr>
              <a:t>Naïve (Moving Avg) vs.</a:t>
            </a:r>
            <a:r>
              <a:rPr lang="en-GB" sz="1200">
                <a:solidFill>
                  <a:srgbClr val="666666"/>
                </a:solidFill>
                <a:latin typeface="Arial"/>
              </a:rPr>
              <a:t> RF vs. MLP vs. Linear Reg accuracy metrics</a:t>
            </a:r>
            <a:endParaRPr lang="en-GB"/>
          </a:p>
        </p:txBody>
      </p:sp>
      <p:sp>
        <p:nvSpPr>
          <p:cNvPr id="132" name="Output Promotion Impact"/>
          <p:cNvSpPr/>
          <p:nvPr/>
        </p:nvSpPr>
        <p:spPr>
          <a:xfrm>
            <a:off x="6121400" y="4851400"/>
            <a:ext cx="2667000" cy="787400"/>
          </a:xfrm>
          <a:prstGeom prst="roundRect">
            <a:avLst/>
          </a:prstGeom>
          <a:solidFill>
            <a:srgbClr val="FAFAFA"/>
          </a:solidFill>
          <a:ln w="6350">
            <a:solidFill>
              <a:schemeClr val="accent1"/>
            </a:solidFill>
          </a:ln>
        </p:spPr>
        <p:txBody>
          <a:bodyPr lIns="72000" tIns="36000" rIns="72000" bIns="36000" anchor="t"/>
          <a:lstStyle/>
          <a:p>
            <a:pPr algn="l">
              <a:buNone/>
            </a:pPr>
            <a:r>
              <a:rPr lang="en-GB" sz="1400" b="1">
                <a:solidFill>
                  <a:schemeClr val="dk1"/>
                </a:solidFill>
                <a:latin typeface="Arial"/>
              </a:rPr>
              <a:t>Promotion Impact</a:t>
            </a:r>
          </a:p>
          <a:p>
            <a:pPr algn="l">
              <a:buNone/>
            </a:pPr>
            <a:r>
              <a:rPr lang="en-GB" sz="1200">
                <a:solidFill>
                  <a:srgbClr val="666666"/>
                </a:solidFill>
                <a:latin typeface="Arial"/>
              </a:rPr>
              <a:t>SKU-level lift from feature placements</a:t>
            </a:r>
          </a:p>
        </p:txBody>
      </p:sp>
      <p:sp>
        <p:nvSpPr>
          <p:cNvPr id="133" name="Output Price Sensitivity"/>
          <p:cNvSpPr/>
          <p:nvPr/>
        </p:nvSpPr>
        <p:spPr>
          <a:xfrm>
            <a:off x="8953500" y="4851400"/>
            <a:ext cx="2667000" cy="787400"/>
          </a:xfrm>
          <a:prstGeom prst="roundRect">
            <a:avLst/>
          </a:prstGeom>
          <a:solidFill>
            <a:srgbClr val="FAFAFA"/>
          </a:solidFill>
          <a:ln w="6350">
            <a:solidFill>
              <a:schemeClr val="accent1"/>
            </a:solidFill>
          </a:ln>
        </p:spPr>
        <p:txBody>
          <a:bodyPr lIns="72000" tIns="36000" rIns="72000" bIns="36000" anchor="t"/>
          <a:lstStyle/>
          <a:p>
            <a:pPr algn="l">
              <a:buNone/>
            </a:pPr>
            <a:r>
              <a:rPr lang="en-GB" sz="1400" b="1">
                <a:solidFill>
                  <a:schemeClr val="dk1"/>
                </a:solidFill>
                <a:latin typeface="Arial"/>
              </a:rPr>
              <a:t>Price Sensitivity</a:t>
            </a:r>
          </a:p>
          <a:p>
            <a:pPr algn="l">
              <a:buNone/>
            </a:pPr>
            <a:r>
              <a:rPr lang="en-GB" sz="1200">
                <a:solidFill>
                  <a:srgbClr val="666666"/>
                </a:solidFill>
                <a:latin typeface="Arial"/>
              </a:rPr>
              <a:t>Elasticity coefficients and revenue scenarios</a:t>
            </a:r>
          </a:p>
        </p:txBody>
      </p:sp>
      <p:sp>
        <p:nvSpPr>
          <p:cNvPr id="9" name="Shape 0">
            <a:extLst>
              <a:ext uri="{FF2B5EF4-FFF2-40B4-BE49-F238E27FC236}">
                <a16:creationId xmlns:a16="http://schemas.microsoft.com/office/drawing/2014/main" id="{F6075E45-843A-99AA-78C7-D7EA70D37103}"/>
              </a:ext>
            </a:extLst>
          </p:cNvPr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0080"/>
          </a:solidFill>
          <a:ln/>
        </p:spPr>
        <p:txBody>
          <a:bodyPr/>
          <a:lstStyle/>
          <a:p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449668187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B8C16-C8C1-5D0D-9FCC-D3A3BB168E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7411" y="2417400"/>
            <a:ext cx="10312400" cy="1847942"/>
          </a:xfrm>
        </p:spPr>
        <p:txBody>
          <a:bodyPr anchor="b">
            <a:normAutofit/>
          </a:bodyPr>
          <a:lstStyle/>
          <a:p>
            <a:r>
              <a:rPr lang="en-US">
                <a:cs typeface="Arial"/>
              </a:rPr>
              <a:t>Dashboard: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FC3BAA-DE25-C1D6-52D7-C5DE032AD6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 vert="horz" lIns="0" tIns="0" rIns="0" bIns="0" rtlCol="0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cs typeface="Arial"/>
              </a:rPr>
              <a:t>Demand Forecasting</a:t>
            </a:r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D6DB534-7369-BCA9-26A3-2FD9B71494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89336"/>
            <a:ext cx="5579198" cy="740845"/>
          </a:xfrm>
        </p:spPr>
        <p:txBody>
          <a:bodyPr/>
          <a:lstStyle/>
          <a:p>
            <a:r>
              <a:rPr lang="en-GB" sz="2000">
                <a:cs typeface="Arial"/>
              </a:rPr>
              <a:t>What is the expected demand for each SKU in the coming weeks?</a:t>
            </a:r>
            <a:endParaRPr lang="en-US"/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D0BFFCFC-FF71-5CFA-4ED1-02DCD420EEDD}"/>
              </a:ext>
            </a:extLst>
          </p:cNvPr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0080"/>
          </a:solidFill>
          <a:ln/>
        </p:spPr>
        <p:txBody>
          <a:bodyPr/>
          <a:lstStyle/>
          <a:p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2102112903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4F674-D976-C379-F19E-3EC33B4AB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FF3C8-C3FC-196A-75CB-ADC1B0CC5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Demand Forecasting — 4 Competing Models per SKU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24862-9620-D458-936F-38DE1784F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z="850">
                <a:solidFill>
                  <a:srgbClr val="0000CD"/>
                </a:solidFill>
                <a:latin typeface="Arial"/>
              </a:rPr>
              <a:t>6</a:t>
            </a:r>
          </a:p>
        </p:txBody>
      </p:sp>
      <p:sp>
        <p:nvSpPr>
          <p:cNvPr id="50" name="Card Models"/>
          <p:cNvSpPr/>
          <p:nvPr/>
        </p:nvSpPr>
        <p:spPr>
          <a:xfrm>
            <a:off x="330200" y="762000"/>
            <a:ext cx="3810000" cy="1206500"/>
          </a:xfrm>
          <a:prstGeom prst="roundRect">
            <a:avLst/>
          </a:prstGeom>
          <a:solidFill>
            <a:srgbClr val="F8F8FF"/>
          </a:solidFill>
          <a:ln w="6350">
            <a:solidFill>
              <a:srgbClr val="E0E0EE"/>
            </a:solidFill>
          </a:ln>
        </p:spPr>
        <p:txBody>
          <a:bodyPr lIns="72000" tIns="36000" rIns="72000" bIns="36000" anchor="t"/>
          <a:lstStyle/>
          <a:p>
            <a:endParaRPr lang="en-GB"/>
          </a:p>
        </p:txBody>
      </p:sp>
      <p:sp>
        <p:nvSpPr>
          <p:cNvPr id="51" name="Accent Models"/>
          <p:cNvSpPr/>
          <p:nvPr/>
        </p:nvSpPr>
        <p:spPr>
          <a:xfrm>
            <a:off x="330200" y="762000"/>
            <a:ext cx="50800" cy="1206500"/>
          </a:xfrm>
          <a:prstGeom prst="rect">
            <a:avLst/>
          </a:prstGeom>
          <a:solidFill>
            <a:srgbClr val="0000CD"/>
          </a:solidFill>
          <a:ln>
            <a:noFill/>
          </a:ln>
        </p:spPr>
        <p:txBody>
          <a:bodyPr lIns="72000" tIns="36000" rIns="72000" bIns="36000" anchor="ctr"/>
          <a:lstStyle/>
          <a:p>
            <a:endParaRPr lang="en-GB"/>
          </a:p>
        </p:txBody>
      </p:sp>
      <p:sp>
        <p:nvSpPr>
          <p:cNvPr id="52" name="Num Models"/>
          <p:cNvSpPr/>
          <p:nvPr/>
        </p:nvSpPr>
        <p:spPr>
          <a:xfrm>
            <a:off x="494145" y="889000"/>
            <a:ext cx="381000" cy="381000"/>
          </a:xfrm>
          <a:prstGeom prst="ellipse">
            <a:avLst/>
          </a:prstGeom>
          <a:solidFill>
            <a:srgbClr val="0000CD"/>
          </a:solidFill>
          <a:ln>
            <a:noFill/>
          </a:ln>
        </p:spPr>
        <p:txBody>
          <a:bodyPr lIns="72000" tIns="36000" rIns="72000" bIns="36000" anchor="ctr"/>
          <a:lstStyle/>
          <a:p>
            <a:pPr algn="ctr">
              <a:buNone/>
            </a:pPr>
            <a:r>
              <a:rPr lang="en-GB"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3" name="Title Models"/>
          <p:cNvSpPr/>
          <p:nvPr/>
        </p:nvSpPr>
        <p:spPr>
          <a:xfrm>
            <a:off x="990600" y="889000"/>
            <a:ext cx="3022600" cy="3302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ctr"/>
          <a:lstStyle/>
          <a:p>
            <a:pPr algn="l">
              <a:buNone/>
            </a:pPr>
            <a:r>
              <a:rPr lang="en-GB" sz="1500" b="1">
                <a:solidFill>
                  <a:srgbClr val="0000CD"/>
                </a:solidFill>
                <a:latin typeface="Arial"/>
              </a:rPr>
              <a:t>Models</a:t>
            </a:r>
          </a:p>
        </p:txBody>
      </p:sp>
      <p:sp>
        <p:nvSpPr>
          <p:cNvPr id="54" name="Desc Models"/>
          <p:cNvSpPr/>
          <p:nvPr/>
        </p:nvSpPr>
        <p:spPr>
          <a:xfrm>
            <a:off x="508000" y="1485900"/>
            <a:ext cx="3505200" cy="5588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t"/>
          <a:lstStyle/>
          <a:p>
            <a:pPr algn="l">
              <a:buNone/>
            </a:pPr>
            <a:r>
              <a:rPr lang="en-GB" sz="1300">
                <a:solidFill>
                  <a:srgbClr val="555555"/>
                </a:solidFill>
                <a:latin typeface="Arial"/>
              </a:rPr>
              <a:t>Naïve (8-wk Moving Avg), Linear Regression, Random Forest (100 trees), MLP Neural Net (64→32)</a:t>
            </a:r>
          </a:p>
        </p:txBody>
      </p:sp>
      <p:sp>
        <p:nvSpPr>
          <p:cNvPr id="60" name="Card Approach"/>
          <p:cNvSpPr/>
          <p:nvPr/>
        </p:nvSpPr>
        <p:spPr>
          <a:xfrm>
            <a:off x="330200" y="2171700"/>
            <a:ext cx="3810000" cy="1206500"/>
          </a:xfrm>
          <a:prstGeom prst="roundRect">
            <a:avLst/>
          </a:prstGeom>
          <a:solidFill>
            <a:srgbClr val="F8F8FF"/>
          </a:solidFill>
          <a:ln w="6350">
            <a:solidFill>
              <a:srgbClr val="E0E0EE"/>
            </a:solidFill>
          </a:ln>
        </p:spPr>
        <p:txBody>
          <a:bodyPr lIns="72000" tIns="36000" rIns="72000" bIns="36000" anchor="t"/>
          <a:lstStyle/>
          <a:p>
            <a:endParaRPr lang="en-GB"/>
          </a:p>
        </p:txBody>
      </p:sp>
      <p:sp>
        <p:nvSpPr>
          <p:cNvPr id="61" name="Accent Approach"/>
          <p:cNvSpPr/>
          <p:nvPr/>
        </p:nvSpPr>
        <p:spPr>
          <a:xfrm>
            <a:off x="342900" y="2089150"/>
            <a:ext cx="50800" cy="1206500"/>
          </a:xfrm>
          <a:prstGeom prst="rect">
            <a:avLst/>
          </a:prstGeom>
          <a:solidFill>
            <a:srgbClr val="0000CD"/>
          </a:solidFill>
          <a:ln>
            <a:noFill/>
          </a:ln>
        </p:spPr>
        <p:txBody>
          <a:bodyPr lIns="72000" tIns="36000" rIns="72000" bIns="36000" anchor="ctr"/>
          <a:lstStyle/>
          <a:p>
            <a:endParaRPr lang="en-GB"/>
          </a:p>
        </p:txBody>
      </p:sp>
      <p:sp>
        <p:nvSpPr>
          <p:cNvPr id="62" name="Num Approach"/>
          <p:cNvSpPr/>
          <p:nvPr/>
        </p:nvSpPr>
        <p:spPr>
          <a:xfrm>
            <a:off x="508000" y="2362200"/>
            <a:ext cx="381000" cy="381000"/>
          </a:xfrm>
          <a:prstGeom prst="ellipse">
            <a:avLst/>
          </a:prstGeom>
          <a:solidFill>
            <a:srgbClr val="0000CD"/>
          </a:solidFill>
          <a:ln>
            <a:noFill/>
          </a:ln>
        </p:spPr>
        <p:txBody>
          <a:bodyPr lIns="72000" tIns="36000" rIns="72000" bIns="36000" anchor="ctr"/>
          <a:lstStyle/>
          <a:p>
            <a:pPr algn="ctr">
              <a:buNone/>
            </a:pPr>
            <a:r>
              <a:rPr lang="en-GB"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3" name="Title Approach"/>
          <p:cNvSpPr/>
          <p:nvPr/>
        </p:nvSpPr>
        <p:spPr>
          <a:xfrm>
            <a:off x="990600" y="2362200"/>
            <a:ext cx="3022600" cy="3302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ctr"/>
          <a:lstStyle/>
          <a:p>
            <a:pPr algn="l">
              <a:buNone/>
            </a:pPr>
            <a:r>
              <a:rPr lang="en-GB" sz="1500" b="1">
                <a:solidFill>
                  <a:srgbClr val="0000CD"/>
                </a:solidFill>
                <a:latin typeface="Arial"/>
              </a:rPr>
              <a:t>Approach</a:t>
            </a:r>
          </a:p>
        </p:txBody>
      </p:sp>
      <p:sp>
        <p:nvSpPr>
          <p:cNvPr id="64" name="Desc Approach"/>
          <p:cNvSpPr/>
          <p:nvPr/>
        </p:nvSpPr>
        <p:spPr>
          <a:xfrm>
            <a:off x="508000" y="2794000"/>
            <a:ext cx="3505200" cy="5588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t"/>
          <a:lstStyle/>
          <a:p>
            <a:pPr algn="l">
              <a:buNone/>
            </a:pPr>
            <a:r>
              <a:rPr lang="en-GB" sz="1300">
                <a:solidFill>
                  <a:srgbClr val="555555"/>
                </a:solidFill>
                <a:latin typeface="Arial"/>
              </a:rPr>
              <a:t>Temporal train/test split; best model selected by lowest MAE per SKU</a:t>
            </a:r>
          </a:p>
        </p:txBody>
      </p:sp>
      <p:sp>
        <p:nvSpPr>
          <p:cNvPr id="70" name="Card Output"/>
          <p:cNvSpPr/>
          <p:nvPr/>
        </p:nvSpPr>
        <p:spPr>
          <a:xfrm>
            <a:off x="330200" y="3378200"/>
            <a:ext cx="3810000" cy="1206500"/>
          </a:xfrm>
          <a:prstGeom prst="roundRect">
            <a:avLst/>
          </a:prstGeom>
          <a:solidFill>
            <a:srgbClr val="F8F8FF"/>
          </a:solidFill>
          <a:ln w="6350">
            <a:solidFill>
              <a:srgbClr val="E0E0EE"/>
            </a:solidFill>
          </a:ln>
        </p:spPr>
        <p:txBody>
          <a:bodyPr lIns="72000" tIns="36000" rIns="72000" bIns="36000" anchor="t"/>
          <a:lstStyle/>
          <a:p>
            <a:endParaRPr lang="en-GB"/>
          </a:p>
        </p:txBody>
      </p:sp>
      <p:sp>
        <p:nvSpPr>
          <p:cNvPr id="71" name="Accent Output"/>
          <p:cNvSpPr/>
          <p:nvPr/>
        </p:nvSpPr>
        <p:spPr>
          <a:xfrm>
            <a:off x="330200" y="3378200"/>
            <a:ext cx="50800" cy="1206500"/>
          </a:xfrm>
          <a:prstGeom prst="rect">
            <a:avLst/>
          </a:prstGeom>
          <a:solidFill>
            <a:srgbClr val="0000CD"/>
          </a:solidFill>
          <a:ln>
            <a:noFill/>
          </a:ln>
        </p:spPr>
        <p:txBody>
          <a:bodyPr lIns="72000" tIns="36000" rIns="72000" bIns="36000" anchor="ctr"/>
          <a:lstStyle/>
          <a:p>
            <a:endParaRPr lang="en-GB"/>
          </a:p>
        </p:txBody>
      </p:sp>
      <p:sp>
        <p:nvSpPr>
          <p:cNvPr id="72" name="Num Output"/>
          <p:cNvSpPr/>
          <p:nvPr/>
        </p:nvSpPr>
        <p:spPr>
          <a:xfrm>
            <a:off x="508000" y="3670300"/>
            <a:ext cx="381000" cy="381000"/>
          </a:xfrm>
          <a:prstGeom prst="ellipse">
            <a:avLst/>
          </a:prstGeom>
          <a:solidFill>
            <a:srgbClr val="0000CD"/>
          </a:solidFill>
          <a:ln>
            <a:noFill/>
          </a:ln>
        </p:spPr>
        <p:txBody>
          <a:bodyPr lIns="72000" tIns="36000" rIns="72000" bIns="36000" anchor="ctr"/>
          <a:lstStyle/>
          <a:p>
            <a:pPr algn="ctr">
              <a:buNone/>
            </a:pPr>
            <a:r>
              <a:rPr lang="en-GB"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73" name="Title Output"/>
          <p:cNvSpPr/>
          <p:nvPr/>
        </p:nvSpPr>
        <p:spPr>
          <a:xfrm>
            <a:off x="990600" y="3670300"/>
            <a:ext cx="3022600" cy="3302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ctr"/>
          <a:lstStyle/>
          <a:p>
            <a:pPr algn="l">
              <a:buNone/>
            </a:pPr>
            <a:r>
              <a:rPr lang="en-GB" sz="1500" b="1">
                <a:solidFill>
                  <a:srgbClr val="0000CD"/>
                </a:solidFill>
                <a:latin typeface="Arial"/>
              </a:rPr>
              <a:t>Output</a:t>
            </a:r>
          </a:p>
        </p:txBody>
      </p:sp>
      <p:sp>
        <p:nvSpPr>
          <p:cNvPr id="74" name="Desc Output"/>
          <p:cNvSpPr/>
          <p:nvPr/>
        </p:nvSpPr>
        <p:spPr>
          <a:xfrm>
            <a:off x="508000" y="4102100"/>
            <a:ext cx="3505200" cy="5588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t"/>
          <a:lstStyle/>
          <a:p>
            <a:pPr algn="l">
              <a:buNone/>
            </a:pPr>
            <a:r>
              <a:rPr lang="en-GB" sz="1300">
                <a:solidFill>
                  <a:srgbClr val="555555"/>
                </a:solidFill>
                <a:latin typeface="Arial"/>
              </a:rPr>
              <a:t>12-week point forecasts with 95% confidence intervals for each SKU</a:t>
            </a:r>
          </a:p>
        </p:txBody>
      </p:sp>
      <p:sp>
        <p:nvSpPr>
          <p:cNvPr id="80" name="Card Sensitivity"/>
          <p:cNvSpPr/>
          <p:nvPr/>
        </p:nvSpPr>
        <p:spPr>
          <a:xfrm>
            <a:off x="330200" y="4876800"/>
            <a:ext cx="3810000" cy="1206500"/>
          </a:xfrm>
          <a:prstGeom prst="roundRect">
            <a:avLst/>
          </a:prstGeom>
          <a:solidFill>
            <a:srgbClr val="F8F8FF"/>
          </a:solidFill>
          <a:ln w="6350">
            <a:solidFill>
              <a:srgbClr val="E0E0EE"/>
            </a:solidFill>
          </a:ln>
        </p:spPr>
        <p:txBody>
          <a:bodyPr lIns="72000" tIns="36000" rIns="72000" bIns="36000" anchor="t"/>
          <a:lstStyle/>
          <a:p>
            <a:endParaRPr lang="en-GB"/>
          </a:p>
        </p:txBody>
      </p:sp>
      <p:sp>
        <p:nvSpPr>
          <p:cNvPr id="81" name="Accent Sensitivity"/>
          <p:cNvSpPr/>
          <p:nvPr/>
        </p:nvSpPr>
        <p:spPr>
          <a:xfrm>
            <a:off x="330200" y="4807565"/>
            <a:ext cx="50800" cy="1206500"/>
          </a:xfrm>
          <a:prstGeom prst="rect">
            <a:avLst/>
          </a:prstGeom>
          <a:solidFill>
            <a:srgbClr val="0000CD"/>
          </a:solidFill>
          <a:ln>
            <a:noFill/>
          </a:ln>
        </p:spPr>
        <p:txBody>
          <a:bodyPr lIns="72000" tIns="36000" rIns="72000" bIns="36000" anchor="ctr"/>
          <a:lstStyle/>
          <a:p>
            <a:endParaRPr lang="en-GB"/>
          </a:p>
        </p:txBody>
      </p:sp>
      <p:sp>
        <p:nvSpPr>
          <p:cNvPr id="82" name="Num Sensitivity"/>
          <p:cNvSpPr/>
          <p:nvPr/>
        </p:nvSpPr>
        <p:spPr>
          <a:xfrm>
            <a:off x="508000" y="4978400"/>
            <a:ext cx="381000" cy="381000"/>
          </a:xfrm>
          <a:prstGeom prst="ellipse">
            <a:avLst/>
          </a:prstGeom>
          <a:solidFill>
            <a:srgbClr val="0000CD"/>
          </a:solidFill>
          <a:ln>
            <a:noFill/>
          </a:ln>
        </p:spPr>
        <p:txBody>
          <a:bodyPr lIns="72000" tIns="36000" rIns="72000" bIns="36000" anchor="ctr"/>
          <a:lstStyle/>
          <a:p>
            <a:pPr algn="ctr">
              <a:buNone/>
            </a:pPr>
            <a:r>
              <a:rPr lang="en-GB"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83" name="Title Sensitivity"/>
          <p:cNvSpPr/>
          <p:nvPr/>
        </p:nvSpPr>
        <p:spPr>
          <a:xfrm>
            <a:off x="990600" y="4978400"/>
            <a:ext cx="3022600" cy="3302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ctr"/>
          <a:lstStyle/>
          <a:p>
            <a:pPr algn="l">
              <a:buNone/>
            </a:pPr>
            <a:r>
              <a:rPr lang="en-GB" sz="1500" b="1">
                <a:solidFill>
                  <a:srgbClr val="0000CD"/>
                </a:solidFill>
                <a:latin typeface="Arial"/>
              </a:rPr>
              <a:t>Sensitivity</a:t>
            </a:r>
          </a:p>
        </p:txBody>
      </p:sp>
      <p:sp>
        <p:nvSpPr>
          <p:cNvPr id="84" name="Desc Sensitivity"/>
          <p:cNvSpPr/>
          <p:nvPr/>
        </p:nvSpPr>
        <p:spPr>
          <a:xfrm>
            <a:off x="508000" y="5410200"/>
            <a:ext cx="3505200" cy="5588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t"/>
          <a:lstStyle/>
          <a:p>
            <a:pPr algn="l">
              <a:buNone/>
            </a:pPr>
            <a:r>
              <a:rPr lang="en-GB" sz="1300">
                <a:solidFill>
                  <a:srgbClr val="555555"/>
                </a:solidFill>
                <a:latin typeface="Arial"/>
              </a:rPr>
              <a:t>Adjustable test window (4–16 weeks) to validate robustness</a:t>
            </a:r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0B15B4C5-F382-0E9A-715F-9EADD7A7E5DD}"/>
              </a:ext>
            </a:extLst>
          </p:cNvPr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0080"/>
          </a:solidFill>
          <a:ln/>
        </p:spPr>
        <p:txBody>
          <a:bodyPr/>
          <a:lstStyle/>
          <a:p>
            <a:endParaRPr lang="en-QA"/>
          </a:p>
        </p:txBody>
      </p:sp>
      <p:pic>
        <p:nvPicPr>
          <p:cNvPr id="4" name="Picture 3" descr="A screenshot of a computer  AI-generated content may be incorrect.">
            <a:extLst>
              <a:ext uri="{FF2B5EF4-FFF2-40B4-BE49-F238E27FC236}">
                <a16:creationId xmlns:a16="http://schemas.microsoft.com/office/drawing/2014/main" id="{B1CA2DC5-1FCB-C07C-1C3F-102D12A82D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687" t="226" r="11311" b="1"/>
          <a:stretch>
            <a:fillRect/>
          </a:stretch>
        </p:blipFill>
        <p:spPr>
          <a:xfrm>
            <a:off x="4532595" y="696983"/>
            <a:ext cx="7202786" cy="5464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86564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4F674-D976-C379-F19E-3EC33B4AB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FF3C8-C3FC-196A-75CB-ADC1B0CC5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Demand Forecasting — Forecast Detail</a:t>
            </a:r>
            <a:endParaRPr lang="en-US">
              <a:cs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24862-9620-D458-936F-38DE1784F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z="850">
                <a:solidFill>
                  <a:srgbClr val="0000CD"/>
                </a:solidFill>
                <a:latin typeface="Arial"/>
              </a:rPr>
              <a:t>7</a:t>
            </a:r>
          </a:p>
        </p:txBody>
      </p:sp>
      <p:sp>
        <p:nvSpPr>
          <p:cNvPr id="50" name="Section Best Models"/>
          <p:cNvSpPr/>
          <p:nvPr/>
        </p:nvSpPr>
        <p:spPr>
          <a:xfrm>
            <a:off x="330200" y="698500"/>
            <a:ext cx="5207000" cy="3048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ctr"/>
          <a:lstStyle/>
          <a:p>
            <a:pPr algn="l">
              <a:buNone/>
            </a:pPr>
            <a:r>
              <a:rPr lang="en-GB" sz="1500" b="1">
                <a:solidFill>
                  <a:srgbClr val="0000CD"/>
                </a:solidFill>
                <a:latin typeface="Arial"/>
              </a:rPr>
              <a:t>Best Model by SKU (308 configurations)</a:t>
            </a:r>
          </a:p>
        </p:txBody>
      </p:sp>
      <p:sp>
        <p:nvSpPr>
          <p:cNvPr id="60" name="Bar Random Forest"/>
          <p:cNvSpPr/>
          <p:nvPr/>
        </p:nvSpPr>
        <p:spPr>
          <a:xfrm>
            <a:off x="330200" y="1117600"/>
            <a:ext cx="2633007" cy="381000"/>
          </a:xfrm>
          <a:prstGeom prst="roundRect">
            <a:avLst/>
          </a:prstGeom>
          <a:solidFill>
            <a:srgbClr val="0000CD"/>
          </a:solidFill>
          <a:ln>
            <a:noFill/>
          </a:ln>
        </p:spPr>
        <p:txBody>
          <a:bodyPr lIns="72000" tIns="36000" rIns="72000" bIns="36000" anchor="ctr"/>
          <a:lstStyle/>
          <a:p>
            <a:r>
              <a:rPr lang="en-GB" sz="1300" b="1">
                <a:solidFill>
                  <a:srgbClr val="FFFFFF"/>
                </a:solidFill>
                <a:latin typeface="Arial"/>
              </a:rPr>
              <a:t xml:space="preserve">  36 %</a:t>
            </a:r>
          </a:p>
        </p:txBody>
      </p:sp>
      <p:sp>
        <p:nvSpPr>
          <p:cNvPr id="61" name="Label Random Forest"/>
          <p:cNvSpPr/>
          <p:nvPr/>
        </p:nvSpPr>
        <p:spPr>
          <a:xfrm>
            <a:off x="3145017" y="1117600"/>
            <a:ext cx="2082800" cy="3810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ctr"/>
          <a:lstStyle/>
          <a:p>
            <a:pPr algn="l">
              <a:buNone/>
            </a:pPr>
            <a:r>
              <a:rPr lang="en-GB" sz="1300">
                <a:solidFill>
                  <a:schemeClr val="accent1"/>
                </a:solidFill>
                <a:latin typeface="Arial"/>
              </a:rPr>
              <a:t>Random</a:t>
            </a:r>
            <a:r>
              <a:rPr lang="en-GB" sz="1300">
                <a:solidFill>
                  <a:srgbClr val="444444"/>
                </a:solidFill>
                <a:latin typeface="Arial"/>
              </a:rPr>
              <a:t xml:space="preserve"> </a:t>
            </a:r>
            <a:r>
              <a:rPr lang="en-GB" sz="1300">
                <a:solidFill>
                  <a:schemeClr val="accent1"/>
                </a:solidFill>
                <a:latin typeface="Arial"/>
              </a:rPr>
              <a:t>Forest</a:t>
            </a:r>
          </a:p>
        </p:txBody>
      </p:sp>
      <p:sp>
        <p:nvSpPr>
          <p:cNvPr id="63" name="Bar Linear Regression"/>
          <p:cNvSpPr/>
          <p:nvPr/>
        </p:nvSpPr>
        <p:spPr>
          <a:xfrm>
            <a:off x="330200" y="1693587"/>
            <a:ext cx="1216239" cy="381000"/>
          </a:xfrm>
          <a:prstGeom prst="roundRect">
            <a:avLst/>
          </a:prstGeom>
          <a:solidFill>
            <a:srgbClr val="4444CC"/>
          </a:solidFill>
          <a:ln>
            <a:noFill/>
          </a:ln>
        </p:spPr>
        <p:txBody>
          <a:bodyPr lIns="72000" tIns="36000" rIns="72000" bIns="36000" anchor="ctr"/>
          <a:lstStyle/>
          <a:p>
            <a:r>
              <a:rPr lang="en-GB" sz="1300" b="1">
                <a:solidFill>
                  <a:srgbClr val="FFFFFF"/>
                </a:solidFill>
                <a:latin typeface="Arial"/>
              </a:rPr>
              <a:t xml:space="preserve">  27 %</a:t>
            </a:r>
          </a:p>
        </p:txBody>
      </p:sp>
      <p:sp>
        <p:nvSpPr>
          <p:cNvPr id="64" name="Label Linear Regression"/>
          <p:cNvSpPr/>
          <p:nvPr/>
        </p:nvSpPr>
        <p:spPr>
          <a:xfrm>
            <a:off x="1544912" y="1716505"/>
            <a:ext cx="3975100" cy="3810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ctr"/>
          <a:lstStyle/>
          <a:p>
            <a:r>
              <a:rPr lang="en-GB" sz="1300">
                <a:solidFill>
                  <a:srgbClr val="0000CD"/>
                </a:solidFill>
                <a:ea typeface="+mn-lt"/>
                <a:cs typeface="+mn-lt"/>
              </a:rPr>
              <a:t xml:space="preserve">Naïve (move </a:t>
            </a:r>
            <a:r>
              <a:rPr lang="en-GB" sz="1300" err="1">
                <a:solidFill>
                  <a:srgbClr val="0000CD"/>
                </a:solidFill>
                <a:ea typeface="+mn-lt"/>
                <a:cs typeface="+mn-lt"/>
              </a:rPr>
              <a:t>avg</a:t>
            </a:r>
            <a:r>
              <a:rPr lang="en-GB" sz="1300">
                <a:solidFill>
                  <a:srgbClr val="0000CD"/>
                </a:solidFill>
                <a:ea typeface="+mn-lt"/>
                <a:cs typeface="+mn-lt"/>
              </a:rPr>
              <a:t>)</a:t>
            </a:r>
            <a:endParaRPr lang="en-US"/>
          </a:p>
        </p:txBody>
      </p:sp>
      <p:sp>
        <p:nvSpPr>
          <p:cNvPr id="66" name="Bar Neural Network"/>
          <p:cNvSpPr/>
          <p:nvPr/>
        </p:nvSpPr>
        <p:spPr>
          <a:xfrm>
            <a:off x="330200" y="2235200"/>
            <a:ext cx="1041400" cy="381000"/>
          </a:xfrm>
          <a:prstGeom prst="roundRect">
            <a:avLst/>
          </a:prstGeom>
          <a:solidFill>
            <a:srgbClr val="8888DD"/>
          </a:solidFill>
          <a:ln>
            <a:noFill/>
          </a:ln>
        </p:spPr>
        <p:txBody>
          <a:bodyPr lIns="72000" tIns="36000" rIns="72000" bIns="36000" anchor="ctr"/>
          <a:lstStyle/>
          <a:p>
            <a:r>
              <a:rPr lang="en-GB" sz="1300" b="1">
                <a:solidFill>
                  <a:srgbClr val="FFFFFF"/>
                </a:solidFill>
                <a:latin typeface="Arial"/>
              </a:rPr>
              <a:t xml:space="preserve">  20 %</a:t>
            </a:r>
          </a:p>
        </p:txBody>
      </p:sp>
      <p:sp>
        <p:nvSpPr>
          <p:cNvPr id="67" name="Label Neural Network"/>
          <p:cNvSpPr/>
          <p:nvPr/>
        </p:nvSpPr>
        <p:spPr>
          <a:xfrm>
            <a:off x="1473200" y="2235200"/>
            <a:ext cx="4064000" cy="3810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ctr"/>
          <a:lstStyle/>
          <a:p>
            <a:r>
              <a:rPr lang="en-GB" sz="1300">
                <a:solidFill>
                  <a:schemeClr val="accent1"/>
                </a:solidFill>
                <a:latin typeface="Arial"/>
              </a:rPr>
              <a:t>Linear Regression</a:t>
            </a:r>
          </a:p>
        </p:txBody>
      </p:sp>
      <p:sp>
        <p:nvSpPr>
          <p:cNvPr id="70" name="Divider"/>
          <p:cNvSpPr/>
          <p:nvPr/>
        </p:nvSpPr>
        <p:spPr>
          <a:xfrm>
            <a:off x="330200" y="2921000"/>
            <a:ext cx="5207000" cy="0"/>
          </a:xfrm>
          <a:prstGeom prst="line">
            <a:avLst/>
          </a:prstGeom>
          <a:noFill/>
          <a:ln w="6350">
            <a:solidFill>
              <a:srgbClr val="CCCCCC"/>
            </a:solidFill>
          </a:ln>
        </p:spPr>
        <p:txBody>
          <a:bodyPr lIns="72000" tIns="36000" rIns="72000" bIns="36000" anchor="ctr"/>
          <a:lstStyle/>
          <a:p>
            <a:endParaRPr lang="en-GB"/>
          </a:p>
        </p:txBody>
      </p:sp>
      <p:sp>
        <p:nvSpPr>
          <p:cNvPr id="71" name="Takeaway Label"/>
          <p:cNvSpPr/>
          <p:nvPr/>
        </p:nvSpPr>
        <p:spPr>
          <a:xfrm>
            <a:off x="330200" y="3048000"/>
            <a:ext cx="5207000" cy="2794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ctr"/>
          <a:lstStyle/>
          <a:p>
            <a:pPr algn="l">
              <a:buNone/>
            </a:pPr>
            <a:r>
              <a:rPr lang="en-GB" sz="1500" b="1">
                <a:solidFill>
                  <a:srgbClr val="0000CD"/>
                </a:solidFill>
                <a:latin typeface="Arial"/>
              </a:rPr>
              <a:t>Key Takeaways</a:t>
            </a:r>
          </a:p>
        </p:txBody>
      </p:sp>
      <p:sp>
        <p:nvSpPr>
          <p:cNvPr id="80" name="Insight 1"/>
          <p:cNvSpPr/>
          <p:nvPr/>
        </p:nvSpPr>
        <p:spPr>
          <a:xfrm>
            <a:off x="330200" y="3429000"/>
            <a:ext cx="3884706" cy="457200"/>
          </a:xfrm>
          <a:prstGeom prst="roundRect">
            <a:avLst/>
          </a:prstGeom>
          <a:solidFill>
            <a:srgbClr val="C71585"/>
          </a:solidFill>
          <a:ln w="6350">
            <a:solidFill>
              <a:schemeClr val="accent1"/>
            </a:solidFill>
          </a:ln>
        </p:spPr>
        <p:txBody>
          <a:bodyPr lIns="72000" tIns="36000" rIns="72000" bIns="36000" anchor="ctr"/>
          <a:lstStyle/>
          <a:p>
            <a:pPr algn="l">
              <a:buNone/>
            </a:pPr>
            <a:r>
              <a:rPr lang="en-GB" sz="1400" b="1">
                <a:solidFill>
                  <a:schemeClr val="bg1"/>
                </a:solidFill>
                <a:latin typeface="Arial"/>
              </a:rPr>
              <a:t xml:space="preserve">→  </a:t>
            </a:r>
            <a:r>
              <a:rPr lang="en-GB" sz="1400">
                <a:solidFill>
                  <a:schemeClr val="bg1"/>
                </a:solidFill>
                <a:latin typeface="Arial"/>
              </a:rPr>
              <a:t>RF wins ~6 in 10 scenarios</a:t>
            </a:r>
          </a:p>
        </p:txBody>
      </p:sp>
      <p:sp>
        <p:nvSpPr>
          <p:cNvPr id="81" name="Insight 2"/>
          <p:cNvSpPr/>
          <p:nvPr/>
        </p:nvSpPr>
        <p:spPr>
          <a:xfrm>
            <a:off x="330200" y="3957918"/>
            <a:ext cx="4436036" cy="461682"/>
          </a:xfrm>
          <a:prstGeom prst="roundRect">
            <a:avLst/>
          </a:prstGeom>
          <a:solidFill>
            <a:srgbClr val="C71585"/>
          </a:solidFill>
          <a:ln w="6350">
            <a:solidFill>
              <a:schemeClr val="accent1"/>
            </a:solidFill>
          </a:ln>
        </p:spPr>
        <p:txBody>
          <a:bodyPr lIns="72000" tIns="36000" rIns="72000" bIns="36000" anchor="ctr"/>
          <a:lstStyle/>
          <a:p>
            <a:pPr algn="l">
              <a:buNone/>
            </a:pPr>
            <a:r>
              <a:rPr lang="en-GB" sz="1400" b="1">
                <a:solidFill>
                  <a:schemeClr val="bg1"/>
                </a:solidFill>
                <a:latin typeface="Arial"/>
              </a:rPr>
              <a:t xml:space="preserve">→  </a:t>
            </a:r>
            <a:r>
              <a:rPr lang="en-GB" sz="1400">
                <a:solidFill>
                  <a:schemeClr val="bg1"/>
                </a:solidFill>
                <a:latin typeface="Arial"/>
              </a:rPr>
              <a:t>Confidence widens beyond 6 weeks</a:t>
            </a:r>
          </a:p>
        </p:txBody>
      </p:sp>
      <p:sp>
        <p:nvSpPr>
          <p:cNvPr id="82" name="Insight 3"/>
          <p:cNvSpPr/>
          <p:nvPr/>
        </p:nvSpPr>
        <p:spPr>
          <a:xfrm>
            <a:off x="330200" y="4495800"/>
            <a:ext cx="4525683" cy="457200"/>
          </a:xfrm>
          <a:prstGeom prst="roundRect">
            <a:avLst/>
          </a:prstGeom>
          <a:solidFill>
            <a:schemeClr val="accent2"/>
          </a:solidFill>
          <a:ln w="6350">
            <a:solidFill>
              <a:schemeClr val="accent1"/>
            </a:solidFill>
          </a:ln>
        </p:spPr>
        <p:txBody>
          <a:bodyPr lIns="72000" tIns="36000" rIns="72000" bIns="36000" anchor="ctr"/>
          <a:lstStyle/>
          <a:p>
            <a:pPr algn="l">
              <a:buNone/>
            </a:pPr>
            <a:r>
              <a:rPr lang="en-GB" sz="1400" b="1">
                <a:solidFill>
                  <a:schemeClr val="bg1"/>
                </a:solidFill>
                <a:latin typeface="Arial"/>
              </a:rPr>
              <a:t xml:space="preserve">→  </a:t>
            </a:r>
            <a:r>
              <a:rPr lang="en-GB" sz="1400">
                <a:solidFill>
                  <a:schemeClr val="bg1"/>
                </a:solidFill>
                <a:latin typeface="Arial"/>
              </a:rPr>
              <a:t>All 3 models retained per SKU</a:t>
            </a:r>
          </a:p>
        </p:txBody>
      </p:sp>
      <p:sp>
        <p:nvSpPr>
          <p:cNvPr id="90" name="Metric Configs"/>
          <p:cNvSpPr/>
          <p:nvPr/>
        </p:nvSpPr>
        <p:spPr>
          <a:xfrm>
            <a:off x="330200" y="5369858"/>
            <a:ext cx="1216212" cy="662642"/>
          </a:xfrm>
          <a:prstGeom prst="roundRect">
            <a:avLst/>
          </a:prstGeom>
          <a:solidFill>
            <a:srgbClr val="F0F0FA"/>
          </a:solidFill>
          <a:ln w="6350">
            <a:solidFill>
              <a:srgbClr val="D0D0E0"/>
            </a:solidFill>
          </a:ln>
        </p:spPr>
        <p:txBody>
          <a:bodyPr lIns="72000" tIns="36000" rIns="72000" bIns="36000" anchor="ctr"/>
          <a:lstStyle/>
          <a:p>
            <a:pPr algn="ctr">
              <a:buNone/>
            </a:pPr>
            <a:r>
              <a:rPr lang="en-GB" sz="1800" b="1">
                <a:solidFill>
                  <a:srgbClr val="0000CD"/>
                </a:solidFill>
                <a:latin typeface="Arial"/>
              </a:rPr>
              <a:t>308</a:t>
            </a:r>
          </a:p>
          <a:p>
            <a:pPr algn="ctr">
              <a:buNone/>
            </a:pPr>
            <a:r>
              <a:rPr lang="en-GB" sz="1100">
                <a:solidFill>
                  <a:srgbClr val="888888"/>
                </a:solidFill>
                <a:latin typeface="Arial"/>
              </a:rPr>
              <a:t>Configs</a:t>
            </a:r>
          </a:p>
        </p:txBody>
      </p:sp>
      <p:sp>
        <p:nvSpPr>
          <p:cNvPr id="91" name="Metric Reliable"/>
          <p:cNvSpPr/>
          <p:nvPr/>
        </p:nvSpPr>
        <p:spPr>
          <a:xfrm>
            <a:off x="1839259" y="5374340"/>
            <a:ext cx="1305859" cy="658160"/>
          </a:xfrm>
          <a:prstGeom prst="roundRect">
            <a:avLst/>
          </a:prstGeom>
          <a:solidFill>
            <a:srgbClr val="F0F0FA"/>
          </a:solidFill>
          <a:ln w="6350">
            <a:solidFill>
              <a:srgbClr val="D0D0E0"/>
            </a:solidFill>
          </a:ln>
        </p:spPr>
        <p:txBody>
          <a:bodyPr lIns="72000" tIns="36000" rIns="72000" bIns="36000" anchor="ctr"/>
          <a:lstStyle/>
          <a:p>
            <a:pPr algn="ctr">
              <a:buNone/>
            </a:pPr>
            <a:r>
              <a:rPr lang="en-GB" sz="1800" b="1">
                <a:solidFill>
                  <a:srgbClr val="0000CD"/>
                </a:solidFill>
                <a:latin typeface="Arial"/>
              </a:rPr>
              <a:t xml:space="preserve">4–6 </a:t>
            </a:r>
            <a:r>
              <a:rPr lang="en-GB" sz="1800" b="1" err="1">
                <a:solidFill>
                  <a:srgbClr val="0000CD"/>
                </a:solidFill>
                <a:latin typeface="Arial"/>
              </a:rPr>
              <a:t>wk</a:t>
            </a:r>
          </a:p>
          <a:p>
            <a:pPr algn="ctr">
              <a:buNone/>
            </a:pPr>
            <a:r>
              <a:rPr lang="en-GB" sz="1100">
                <a:solidFill>
                  <a:srgbClr val="888888"/>
                </a:solidFill>
                <a:latin typeface="Arial"/>
              </a:rPr>
              <a:t>Reliable</a:t>
            </a:r>
          </a:p>
        </p:txBody>
      </p:sp>
      <p:sp>
        <p:nvSpPr>
          <p:cNvPr id="92" name="Metric SKUs"/>
          <p:cNvSpPr/>
          <p:nvPr/>
        </p:nvSpPr>
        <p:spPr>
          <a:xfrm>
            <a:off x="3554506" y="5374341"/>
            <a:ext cx="1283448" cy="685053"/>
          </a:xfrm>
          <a:prstGeom prst="roundRect">
            <a:avLst/>
          </a:prstGeom>
          <a:solidFill>
            <a:srgbClr val="F0F0FA"/>
          </a:solidFill>
          <a:ln w="6350">
            <a:solidFill>
              <a:srgbClr val="D0D0E0"/>
            </a:solidFill>
          </a:ln>
        </p:spPr>
        <p:txBody>
          <a:bodyPr lIns="72000" tIns="36000" rIns="72000" bIns="36000" anchor="ctr"/>
          <a:lstStyle/>
          <a:p>
            <a:pPr algn="ctr">
              <a:buNone/>
            </a:pPr>
            <a:r>
              <a:rPr lang="en-GB" sz="1800" b="1">
                <a:solidFill>
                  <a:srgbClr val="0000CD"/>
                </a:solidFill>
                <a:latin typeface="Arial"/>
              </a:rPr>
              <a:t>44</a:t>
            </a:r>
          </a:p>
          <a:p>
            <a:pPr algn="ctr">
              <a:buNone/>
            </a:pPr>
            <a:r>
              <a:rPr lang="en-GB" sz="1100">
                <a:solidFill>
                  <a:srgbClr val="888888"/>
                </a:solidFill>
                <a:latin typeface="Arial"/>
              </a:rPr>
              <a:t>SKUs</a:t>
            </a:r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29534325-A996-0913-78EF-F0DA10833CA0}"/>
              </a:ext>
            </a:extLst>
          </p:cNvPr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0080"/>
          </a:solidFill>
          <a:ln/>
        </p:spPr>
        <p:txBody>
          <a:bodyPr/>
          <a:lstStyle/>
          <a:p>
            <a:endParaRPr lang="en-QA"/>
          </a:p>
        </p:txBody>
      </p:sp>
      <p:pic>
        <p:nvPicPr>
          <p:cNvPr id="8" name="Picture 7" descr="A screenshot of a computer  AI-generated content may be incorrect.">
            <a:extLst>
              <a:ext uri="{FF2B5EF4-FFF2-40B4-BE49-F238E27FC236}">
                <a16:creationId xmlns:a16="http://schemas.microsoft.com/office/drawing/2014/main" id="{1CE280E4-55A8-E5CF-E081-98CB1D751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0898" y="618564"/>
            <a:ext cx="6882862" cy="5773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664493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E5835E-2B81-441F-9178-84AD155BF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F53B8-B82E-B2D4-9DD1-09D689D034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>
            <a:normAutofit/>
          </a:bodyPr>
          <a:lstStyle/>
          <a:p>
            <a:r>
              <a:rPr lang="en-US"/>
              <a:t>Dashboard: 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291401-4ED6-ECAC-F09F-633C333001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 vert="horz" lIns="0" tIns="0" rIns="0" bIns="0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Promotion Effectiveness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0707C01-5D36-9B7A-2CB1-692C074696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89336"/>
            <a:ext cx="5579198" cy="740845"/>
          </a:xfrm>
        </p:spPr>
        <p:txBody>
          <a:bodyPr/>
          <a:lstStyle/>
          <a:p>
            <a:r>
              <a:rPr lang="en-US" sz="2000" b="0">
                <a:ea typeface="+mj-lt"/>
                <a:cs typeface="+mj-lt"/>
              </a:rPr>
              <a:t>Do feature promotions increase sales, and by how much?</a:t>
            </a:r>
            <a:endParaRPr lang="en-US" sz="2000"/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C21BA75C-A723-93C2-C555-30251F0B0007}"/>
              </a:ext>
            </a:extLst>
          </p:cNvPr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0080"/>
          </a:solidFill>
          <a:ln/>
        </p:spPr>
        <p:txBody>
          <a:bodyPr/>
          <a:lstStyle/>
          <a:p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676886214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4F674-D976-C379-F19E-3EC33B4AB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FF3C8-C3FC-196A-75CB-ADC1B0CC5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 Promotions Work? Measuring the Sales Lift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24862-9620-D458-936F-38DE1784F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6755" y="6365992"/>
            <a:ext cx="318491" cy="137272"/>
          </a:xfrm>
        </p:spPr>
        <p:txBody>
          <a:bodyPr/>
          <a:lstStyle/>
          <a:p>
            <a:r>
              <a:rPr lang="en-GB" sz="850">
                <a:solidFill>
                  <a:srgbClr val="0000CD"/>
                </a:solidFill>
                <a:latin typeface="Arial"/>
              </a:rPr>
              <a:t>9</a:t>
            </a:r>
          </a:p>
        </p:txBody>
      </p:sp>
      <p:pic>
        <p:nvPicPr>
          <p:cNvPr id="100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040" y="1315664"/>
            <a:ext cx="7528760" cy="4226672"/>
          </a:xfrm>
          <a:prstGeom prst="rect">
            <a:avLst/>
          </a:prstGeom>
        </p:spPr>
      </p:pic>
      <p:sp>
        <p:nvSpPr>
          <p:cNvPr id="50" name="Model Card"/>
          <p:cNvSpPr/>
          <p:nvPr/>
        </p:nvSpPr>
        <p:spPr>
          <a:xfrm>
            <a:off x="330200" y="1016000"/>
            <a:ext cx="3810000" cy="1016000"/>
          </a:xfrm>
          <a:prstGeom prst="roundRect">
            <a:avLst/>
          </a:prstGeom>
          <a:solidFill>
            <a:srgbClr val="F8F8FF"/>
          </a:solidFill>
          <a:ln w="6350">
            <a:solidFill>
              <a:srgbClr val="E0E0EE"/>
            </a:solidFill>
          </a:ln>
        </p:spPr>
        <p:txBody>
          <a:bodyPr lIns="72000" tIns="36000" rIns="72000" bIns="36000" anchor="t"/>
          <a:lstStyle/>
          <a:p>
            <a:pPr algn="l">
              <a:buNone/>
            </a:pPr>
            <a:r>
              <a:rPr lang="en-GB" sz="1400" b="1">
                <a:solidFill>
                  <a:srgbClr val="0000CD"/>
                </a:solidFill>
                <a:latin typeface="Arial"/>
              </a:rPr>
              <a:t>Model</a:t>
            </a:r>
          </a:p>
          <a:p>
            <a:pPr algn="ctr">
              <a:buNone/>
            </a:pPr>
            <a:r>
              <a:rPr lang="en-GB" sz="1300" b="1">
                <a:solidFill>
                  <a:schemeClr val="tx2"/>
                </a:solidFill>
                <a:latin typeface="Arial"/>
              </a:rPr>
              <a:t>Scan*Pro log-log OLS per SKU</a:t>
            </a:r>
          </a:p>
          <a:p>
            <a:pPr algn="ctr">
              <a:buNone/>
            </a:pPr>
            <a:r>
              <a:rPr lang="en-GB" sz="1300" b="1">
                <a:solidFill>
                  <a:schemeClr val="tx2"/>
                </a:solidFill>
                <a:latin typeface="Arial"/>
              </a:rPr>
              <a:t>Lift = exp(β₂) − 1 | p&lt;0.05</a:t>
            </a:r>
          </a:p>
        </p:txBody>
      </p:sp>
      <p:sp>
        <p:nvSpPr>
          <p:cNvPr id="51" name="Accent Model"/>
          <p:cNvSpPr/>
          <p:nvPr/>
        </p:nvSpPr>
        <p:spPr>
          <a:xfrm>
            <a:off x="330200" y="1016000"/>
            <a:ext cx="50800" cy="1016000"/>
          </a:xfrm>
          <a:prstGeom prst="rect">
            <a:avLst/>
          </a:prstGeom>
          <a:solidFill>
            <a:srgbClr val="0000CD"/>
          </a:solidFill>
          <a:ln>
            <a:noFill/>
          </a:ln>
        </p:spPr>
        <p:txBody>
          <a:bodyPr lIns="72000" tIns="36000" rIns="72000" bIns="36000" anchor="ctr"/>
          <a:lstStyle/>
          <a:p>
            <a:endParaRPr lang="en-GB"/>
          </a:p>
        </p:txBody>
      </p:sp>
      <p:sp>
        <p:nvSpPr>
          <p:cNvPr id="55" name="Results Label"/>
          <p:cNvSpPr/>
          <p:nvPr/>
        </p:nvSpPr>
        <p:spPr>
          <a:xfrm>
            <a:off x="330200" y="21844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ctr"/>
          <a:lstStyle/>
          <a:p>
            <a:pPr algn="l">
              <a:buNone/>
            </a:pPr>
            <a:r>
              <a:rPr lang="en-GB" sz="1400" b="1">
                <a:solidFill>
                  <a:srgbClr val="0000CD"/>
                </a:solidFill>
                <a:latin typeface="Arial"/>
              </a:rPr>
              <a:t>Portfolio Results</a:t>
            </a:r>
          </a:p>
        </p:txBody>
      </p:sp>
      <p:sp>
        <p:nvSpPr>
          <p:cNvPr id="60" name="Result 15/44"/>
          <p:cNvSpPr/>
          <p:nvPr/>
        </p:nvSpPr>
        <p:spPr>
          <a:xfrm>
            <a:off x="330200" y="2540000"/>
            <a:ext cx="3810000" cy="8128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8E8E8"/>
            </a:solidFill>
          </a:ln>
        </p:spPr>
        <p:txBody>
          <a:bodyPr lIns="72000" tIns="36000" rIns="72000" bIns="36000" anchor="t"/>
          <a:lstStyle/>
          <a:p>
            <a:pPr algn="l">
              <a:buNone/>
            </a:pPr>
            <a:r>
              <a:rPr lang="en-GB" sz="1800" b="1">
                <a:solidFill>
                  <a:srgbClr val="0000CD"/>
                </a:solidFill>
                <a:latin typeface="Arial"/>
              </a:rPr>
              <a:t>19/44</a:t>
            </a:r>
          </a:p>
          <a:p>
            <a:pPr algn="l">
              <a:buNone/>
            </a:pPr>
            <a:r>
              <a:rPr lang="en-GB" sz="1200">
                <a:solidFill>
                  <a:srgbClr val="666666"/>
                </a:solidFill>
                <a:latin typeface="Arial"/>
              </a:rPr>
              <a:t>SKUs show significant promo lift</a:t>
            </a:r>
          </a:p>
        </p:txBody>
      </p:sp>
      <p:sp>
        <p:nvSpPr>
          <p:cNvPr id="61" name="Accent 15/44"/>
          <p:cNvSpPr/>
          <p:nvPr/>
        </p:nvSpPr>
        <p:spPr>
          <a:xfrm>
            <a:off x="330200" y="2540000"/>
            <a:ext cx="50800" cy="812800"/>
          </a:xfrm>
          <a:prstGeom prst="rect">
            <a:avLst/>
          </a:prstGeom>
          <a:solidFill>
            <a:srgbClr val="0000CD"/>
          </a:solidFill>
          <a:ln>
            <a:noFill/>
          </a:ln>
        </p:spPr>
        <p:txBody>
          <a:bodyPr lIns="72000" tIns="36000" rIns="72000" bIns="36000" anchor="ctr"/>
          <a:lstStyle/>
          <a:p>
            <a:endParaRPr lang="en-GB"/>
          </a:p>
        </p:txBody>
      </p:sp>
      <p:sp>
        <p:nvSpPr>
          <p:cNvPr id="62" name="Result +35.7%"/>
          <p:cNvSpPr/>
          <p:nvPr/>
        </p:nvSpPr>
        <p:spPr>
          <a:xfrm>
            <a:off x="330200" y="3454400"/>
            <a:ext cx="3810000" cy="8128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8E8E8"/>
            </a:solidFill>
          </a:ln>
        </p:spPr>
        <p:txBody>
          <a:bodyPr lIns="72000" tIns="36000" rIns="72000" bIns="36000" anchor="t"/>
          <a:lstStyle/>
          <a:p>
            <a:pPr algn="l">
              <a:buNone/>
            </a:pPr>
            <a:r>
              <a:rPr lang="en-GB" sz="1800" b="1">
                <a:solidFill>
                  <a:srgbClr val="0000CD"/>
                </a:solidFill>
                <a:latin typeface="Arial"/>
              </a:rPr>
              <a:t>+68.5%</a:t>
            </a:r>
          </a:p>
          <a:p>
            <a:pPr algn="l">
              <a:buNone/>
            </a:pPr>
            <a:r>
              <a:rPr lang="en-GB" sz="1200">
                <a:solidFill>
                  <a:srgbClr val="666666"/>
                </a:solidFill>
                <a:latin typeface="Arial"/>
              </a:rPr>
              <a:t>Average demand increase during promos</a:t>
            </a:r>
          </a:p>
        </p:txBody>
      </p:sp>
      <p:sp>
        <p:nvSpPr>
          <p:cNvPr id="63" name="Accent +35.7%"/>
          <p:cNvSpPr/>
          <p:nvPr/>
        </p:nvSpPr>
        <p:spPr>
          <a:xfrm>
            <a:off x="330200" y="3454400"/>
            <a:ext cx="50800" cy="812800"/>
          </a:xfrm>
          <a:prstGeom prst="rect">
            <a:avLst/>
          </a:prstGeom>
          <a:solidFill>
            <a:srgbClr val="0000CD"/>
          </a:solidFill>
          <a:ln>
            <a:noFill/>
          </a:ln>
        </p:spPr>
        <p:txBody>
          <a:bodyPr lIns="72000" tIns="36000" rIns="72000" bIns="36000" anchor="ctr"/>
          <a:lstStyle/>
          <a:p>
            <a:endParaRPr lang="en-GB"/>
          </a:p>
        </p:txBody>
      </p:sp>
      <p:sp>
        <p:nvSpPr>
          <p:cNvPr id="64" name="Result +304.6"/>
          <p:cNvSpPr/>
          <p:nvPr/>
        </p:nvSpPr>
        <p:spPr>
          <a:xfrm>
            <a:off x="330200" y="4368800"/>
            <a:ext cx="3810000" cy="8128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8E8E8"/>
            </a:solidFill>
          </a:ln>
        </p:spPr>
        <p:txBody>
          <a:bodyPr lIns="72000" tIns="36000" rIns="72000" bIns="36000" anchor="t"/>
          <a:lstStyle/>
          <a:p>
            <a:pPr algn="l">
              <a:buNone/>
            </a:pPr>
            <a:r>
              <a:rPr lang="en-GB" sz="1800" b="1">
                <a:solidFill>
                  <a:srgbClr val="0000CD"/>
                </a:solidFill>
                <a:latin typeface="Arial"/>
              </a:rPr>
              <a:t>+141.3</a:t>
            </a:r>
          </a:p>
          <a:p>
            <a:pPr algn="l">
              <a:buNone/>
            </a:pPr>
            <a:r>
              <a:rPr lang="en-GB" sz="1200">
                <a:solidFill>
                  <a:srgbClr val="666666"/>
                </a:solidFill>
                <a:latin typeface="Arial"/>
              </a:rPr>
              <a:t>Top SKU (SKU 11) extra units/week</a:t>
            </a:r>
          </a:p>
        </p:txBody>
      </p:sp>
      <p:sp>
        <p:nvSpPr>
          <p:cNvPr id="65" name="Accent +304.6"/>
          <p:cNvSpPr/>
          <p:nvPr/>
        </p:nvSpPr>
        <p:spPr>
          <a:xfrm>
            <a:off x="330200" y="4368800"/>
            <a:ext cx="50800" cy="812800"/>
          </a:xfrm>
          <a:prstGeom prst="rect">
            <a:avLst/>
          </a:prstGeom>
          <a:solidFill>
            <a:srgbClr val="0000CD"/>
          </a:solidFill>
          <a:ln>
            <a:noFill/>
          </a:ln>
        </p:spPr>
        <p:txBody>
          <a:bodyPr lIns="72000" tIns="36000" rIns="72000" bIns="36000" anchor="ctr"/>
          <a:lstStyle/>
          <a:p>
            <a:endParaRPr lang="en-GB"/>
          </a:p>
        </p:txBody>
      </p:sp>
      <p:sp>
        <p:nvSpPr>
          <p:cNvPr id="70" name="Callout"/>
          <p:cNvSpPr/>
          <p:nvPr/>
        </p:nvSpPr>
        <p:spPr>
          <a:xfrm>
            <a:off x="330200" y="5397500"/>
            <a:ext cx="3810000" cy="635000"/>
          </a:xfrm>
          <a:prstGeom prst="roundRect">
            <a:avLst/>
          </a:prstGeom>
          <a:solidFill>
            <a:srgbClr val="E8E8FF"/>
          </a:solidFill>
          <a:ln w="6350">
            <a:solidFill>
              <a:srgbClr val="0000CD"/>
            </a:solidFill>
          </a:ln>
        </p:spPr>
        <p:txBody>
          <a:bodyPr lIns="72000" tIns="36000" rIns="72000" bIns="36000" anchor="ctr"/>
          <a:lstStyle/>
          <a:p>
            <a:pPr algn="ctr">
              <a:buNone/>
            </a:pPr>
            <a:r>
              <a:rPr lang="en-GB" sz="1300" b="1">
                <a:solidFill>
                  <a:srgbClr val="0000CD"/>
                </a:solidFill>
                <a:latin typeface="Arial"/>
              </a:rPr>
              <a:t>→ Concentrate budget on 19 responsive SKUs</a:t>
            </a:r>
          </a:p>
        </p:txBody>
      </p:sp>
      <p:sp>
        <p:nvSpPr>
          <p:cNvPr id="6" name="Shape 0">
            <a:extLst>
              <a:ext uri="{FF2B5EF4-FFF2-40B4-BE49-F238E27FC236}">
                <a16:creationId xmlns:a16="http://schemas.microsoft.com/office/drawing/2014/main" id="{B43FAE81-3E3E-3B06-A75D-495F461ECE0D}"/>
              </a:ext>
            </a:extLst>
          </p:cNvPr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0080"/>
          </a:solidFill>
          <a:ln/>
        </p:spPr>
        <p:txBody>
          <a:bodyPr/>
          <a:lstStyle/>
          <a:p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199543581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4F674-D976-C379-F19E-3EC33B4AB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FF3C8-C3FC-196A-75CB-ADC1B0CC5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Promotion Strategy — Invest or Cut?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24862-9620-D458-936F-38DE1784F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z="850">
                <a:solidFill>
                  <a:srgbClr val="0000CD"/>
                </a:solidFill>
                <a:latin typeface="Arial"/>
              </a:rPr>
              <a:t>10</a:t>
            </a:r>
          </a:p>
        </p:txBody>
      </p:sp>
      <p:pic>
        <p:nvPicPr>
          <p:cNvPr id="100" name="Screenshot"/>
          <p:cNvPicPr>
            <a:picLocks noChangeAspect="1"/>
          </p:cNvPicPr>
          <p:nvPr/>
        </p:nvPicPr>
        <p:blipFill>
          <a:blip r:embed="rId2"/>
          <a:srcRect l="15919" t="1333" r="16585" b="6957"/>
          <a:stretch>
            <a:fillRect/>
          </a:stretch>
        </p:blipFill>
        <p:spPr>
          <a:xfrm>
            <a:off x="5562600" y="998313"/>
            <a:ext cx="6420431" cy="4897524"/>
          </a:xfrm>
          <a:prstGeom prst="rect">
            <a:avLst/>
          </a:prstGeom>
        </p:spPr>
      </p:pic>
      <p:sp>
        <p:nvSpPr>
          <p:cNvPr id="50" name="Card Highly Effective"/>
          <p:cNvSpPr/>
          <p:nvPr/>
        </p:nvSpPr>
        <p:spPr>
          <a:xfrm>
            <a:off x="330200" y="1016000"/>
            <a:ext cx="2514600" cy="1727200"/>
          </a:xfrm>
          <a:prstGeom prst="roundRect">
            <a:avLst/>
          </a:prstGeom>
          <a:solidFill>
            <a:srgbClr val="EAFAEE"/>
          </a:solidFill>
          <a:ln w="6350">
            <a:solidFill>
              <a:srgbClr val="006400"/>
            </a:solidFill>
          </a:ln>
        </p:spPr>
        <p:txBody>
          <a:bodyPr lIns="72000" tIns="36000" rIns="72000" bIns="36000" anchor="ctr"/>
          <a:lstStyle/>
          <a:p>
            <a:endParaRPr lang="en-GB"/>
          </a:p>
        </p:txBody>
      </p:sp>
      <p:sp>
        <p:nvSpPr>
          <p:cNvPr id="52" name="Count Highly Effective"/>
          <p:cNvSpPr/>
          <p:nvPr/>
        </p:nvSpPr>
        <p:spPr>
          <a:xfrm>
            <a:off x="482600" y="1219200"/>
            <a:ext cx="2209800" cy="4572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ctr"/>
          <a:lstStyle/>
          <a:p>
            <a:pPr algn="l">
              <a:buNone/>
            </a:pPr>
            <a:r>
              <a:rPr lang="en-GB" sz="2200" b="1">
                <a:solidFill>
                  <a:srgbClr val="006400"/>
                </a:solidFill>
                <a:latin typeface="Arial"/>
              </a:rPr>
              <a:t>6 SKUs</a:t>
            </a:r>
          </a:p>
        </p:txBody>
      </p:sp>
      <p:sp>
        <p:nvSpPr>
          <p:cNvPr id="53" name="Label Highly Effective"/>
          <p:cNvSpPr/>
          <p:nvPr/>
        </p:nvSpPr>
        <p:spPr>
          <a:xfrm>
            <a:off x="482600" y="1701800"/>
            <a:ext cx="2209800" cy="3048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ctr"/>
          <a:lstStyle/>
          <a:p>
            <a:pPr algn="l">
              <a:buNone/>
            </a:pPr>
            <a:r>
              <a:rPr lang="en-GB" sz="1500" b="1">
                <a:solidFill>
                  <a:srgbClr val="333333"/>
                </a:solidFill>
                <a:latin typeface="Arial"/>
              </a:rPr>
              <a:t>Highly Effective</a:t>
            </a:r>
          </a:p>
        </p:txBody>
      </p:sp>
      <p:sp>
        <p:nvSpPr>
          <p:cNvPr id="54" name="Desc Highly Effective"/>
          <p:cNvSpPr/>
          <p:nvPr/>
        </p:nvSpPr>
        <p:spPr>
          <a:xfrm>
            <a:off x="482600" y="2057400"/>
            <a:ext cx="2209800" cy="5334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ctr"/>
          <a:lstStyle/>
          <a:p>
            <a:pPr algn="l">
              <a:buNone/>
            </a:pPr>
            <a:r>
              <a:rPr lang="en-GB" sz="1400">
                <a:solidFill>
                  <a:srgbClr val="666666"/>
                </a:solidFill>
                <a:latin typeface="Arial"/>
              </a:rPr>
              <a:t>Increase frequency</a:t>
            </a:r>
          </a:p>
        </p:txBody>
      </p:sp>
      <p:sp>
        <p:nvSpPr>
          <p:cNvPr id="55" name="Card Moderately Effective"/>
          <p:cNvSpPr/>
          <p:nvPr/>
        </p:nvSpPr>
        <p:spPr>
          <a:xfrm>
            <a:off x="2946400" y="1016000"/>
            <a:ext cx="2514600" cy="1727200"/>
          </a:xfrm>
          <a:prstGeom prst="roundRect">
            <a:avLst/>
          </a:prstGeom>
          <a:solidFill>
            <a:srgbClr val="F0F0FF"/>
          </a:solidFill>
          <a:ln w="6350">
            <a:solidFill>
              <a:srgbClr val="0000CD"/>
            </a:solidFill>
          </a:ln>
        </p:spPr>
        <p:txBody>
          <a:bodyPr lIns="72000" tIns="36000" rIns="72000" bIns="36000" anchor="ctr"/>
          <a:lstStyle/>
          <a:p>
            <a:endParaRPr lang="en-GB"/>
          </a:p>
        </p:txBody>
      </p:sp>
      <p:sp>
        <p:nvSpPr>
          <p:cNvPr id="57" name="Count Moderately Effective"/>
          <p:cNvSpPr/>
          <p:nvPr/>
        </p:nvSpPr>
        <p:spPr>
          <a:xfrm>
            <a:off x="3098800" y="1219200"/>
            <a:ext cx="2209800" cy="4572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ctr"/>
          <a:lstStyle/>
          <a:p>
            <a:pPr algn="l">
              <a:buNone/>
            </a:pPr>
            <a:r>
              <a:rPr lang="en-GB" sz="2200" b="1">
                <a:solidFill>
                  <a:srgbClr val="0000CD"/>
                </a:solidFill>
                <a:latin typeface="Arial"/>
              </a:rPr>
              <a:t>9 SKUs</a:t>
            </a:r>
          </a:p>
        </p:txBody>
      </p:sp>
      <p:sp>
        <p:nvSpPr>
          <p:cNvPr id="58" name="Label Moderately Effective"/>
          <p:cNvSpPr/>
          <p:nvPr/>
        </p:nvSpPr>
        <p:spPr>
          <a:xfrm>
            <a:off x="3098800" y="1701800"/>
            <a:ext cx="2209800" cy="3048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ctr"/>
          <a:lstStyle/>
          <a:p>
            <a:pPr algn="l">
              <a:buNone/>
            </a:pPr>
            <a:r>
              <a:rPr lang="en-GB" sz="1500" b="1">
                <a:solidFill>
                  <a:srgbClr val="333333"/>
                </a:solidFill>
                <a:latin typeface="Arial"/>
              </a:rPr>
              <a:t>Moderately Effective</a:t>
            </a:r>
          </a:p>
        </p:txBody>
      </p:sp>
      <p:sp>
        <p:nvSpPr>
          <p:cNvPr id="59" name="Desc Moderately Effective"/>
          <p:cNvSpPr/>
          <p:nvPr/>
        </p:nvSpPr>
        <p:spPr>
          <a:xfrm>
            <a:off x="3098800" y="2057400"/>
            <a:ext cx="2209800" cy="5334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ctr"/>
          <a:lstStyle/>
          <a:p>
            <a:pPr algn="l">
              <a:buNone/>
            </a:pPr>
            <a:r>
              <a:rPr lang="en-GB" sz="1400">
                <a:solidFill>
                  <a:srgbClr val="666666"/>
                </a:solidFill>
                <a:latin typeface="Arial"/>
              </a:rPr>
              <a:t>Maintain current level</a:t>
            </a:r>
          </a:p>
        </p:txBody>
      </p:sp>
      <p:sp>
        <p:nvSpPr>
          <p:cNvPr id="60" name="Card Inconclusive"/>
          <p:cNvSpPr/>
          <p:nvPr/>
        </p:nvSpPr>
        <p:spPr>
          <a:xfrm>
            <a:off x="330200" y="2844800"/>
            <a:ext cx="2514600" cy="1727200"/>
          </a:xfrm>
          <a:prstGeom prst="roundRect">
            <a:avLst/>
          </a:prstGeom>
          <a:solidFill>
            <a:srgbClr val="FFF8E8"/>
          </a:solidFill>
          <a:ln w="6350">
            <a:solidFill>
              <a:srgbClr val="996600"/>
            </a:solidFill>
          </a:ln>
        </p:spPr>
        <p:txBody>
          <a:bodyPr lIns="72000" tIns="36000" rIns="72000" bIns="36000" anchor="ctr"/>
          <a:lstStyle/>
          <a:p>
            <a:endParaRPr lang="en-GB"/>
          </a:p>
        </p:txBody>
      </p:sp>
      <p:sp>
        <p:nvSpPr>
          <p:cNvPr id="62" name="Count Inconclusive"/>
          <p:cNvSpPr/>
          <p:nvPr/>
        </p:nvSpPr>
        <p:spPr>
          <a:xfrm>
            <a:off x="482600" y="3048000"/>
            <a:ext cx="2209800" cy="4572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ctr"/>
          <a:lstStyle/>
          <a:p>
            <a:pPr algn="l">
              <a:buNone/>
            </a:pPr>
            <a:r>
              <a:rPr lang="en-GB" sz="2200" b="1">
                <a:solidFill>
                  <a:srgbClr val="996600"/>
                </a:solidFill>
                <a:latin typeface="Arial"/>
              </a:rPr>
              <a:t>12 SKUs</a:t>
            </a:r>
          </a:p>
        </p:txBody>
      </p:sp>
      <p:sp>
        <p:nvSpPr>
          <p:cNvPr id="63" name="Label Inconclusive"/>
          <p:cNvSpPr/>
          <p:nvPr/>
        </p:nvSpPr>
        <p:spPr>
          <a:xfrm>
            <a:off x="482600" y="3530600"/>
            <a:ext cx="2209800" cy="3048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ctr"/>
          <a:lstStyle/>
          <a:p>
            <a:pPr algn="l">
              <a:buNone/>
            </a:pPr>
            <a:r>
              <a:rPr lang="en-GB" sz="1500" b="1">
                <a:solidFill>
                  <a:srgbClr val="333333"/>
                </a:solidFill>
                <a:latin typeface="Arial"/>
              </a:rPr>
              <a:t>Inconclusive</a:t>
            </a:r>
          </a:p>
        </p:txBody>
      </p:sp>
      <p:sp>
        <p:nvSpPr>
          <p:cNvPr id="64" name="Desc Inconclusive"/>
          <p:cNvSpPr/>
          <p:nvPr/>
        </p:nvSpPr>
        <p:spPr>
          <a:xfrm>
            <a:off x="482600" y="3886200"/>
            <a:ext cx="2209800" cy="5334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ctr"/>
          <a:lstStyle/>
          <a:p>
            <a:pPr algn="l">
              <a:buNone/>
            </a:pPr>
            <a:r>
              <a:rPr lang="en-GB" sz="1400">
                <a:solidFill>
                  <a:srgbClr val="666666"/>
                </a:solidFill>
                <a:latin typeface="Arial"/>
              </a:rPr>
              <a:t>Requires more data</a:t>
            </a:r>
          </a:p>
        </p:txBody>
      </p:sp>
      <p:sp>
        <p:nvSpPr>
          <p:cNvPr id="65" name="Card Ineffective"/>
          <p:cNvSpPr/>
          <p:nvPr/>
        </p:nvSpPr>
        <p:spPr>
          <a:xfrm>
            <a:off x="2946400" y="2844800"/>
            <a:ext cx="2514600" cy="1727200"/>
          </a:xfrm>
          <a:prstGeom prst="roundRect">
            <a:avLst/>
          </a:prstGeom>
          <a:solidFill>
            <a:srgbClr val="FFF0F0"/>
          </a:solidFill>
          <a:ln w="6350">
            <a:solidFill>
              <a:srgbClr val="CC0000"/>
            </a:solidFill>
          </a:ln>
        </p:spPr>
        <p:txBody>
          <a:bodyPr lIns="72000" tIns="36000" rIns="72000" bIns="36000" anchor="ctr"/>
          <a:lstStyle/>
          <a:p>
            <a:endParaRPr lang="en-GB"/>
          </a:p>
        </p:txBody>
      </p:sp>
      <p:sp>
        <p:nvSpPr>
          <p:cNvPr id="67" name="Count Ineffective"/>
          <p:cNvSpPr/>
          <p:nvPr/>
        </p:nvSpPr>
        <p:spPr>
          <a:xfrm>
            <a:off x="3098800" y="3048000"/>
            <a:ext cx="2209800" cy="4572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ctr"/>
          <a:lstStyle/>
          <a:p>
            <a:pPr algn="l">
              <a:buNone/>
            </a:pPr>
            <a:r>
              <a:rPr lang="en-GB" sz="2200" b="1">
                <a:solidFill>
                  <a:srgbClr val="CC0000"/>
                </a:solidFill>
                <a:latin typeface="Arial"/>
              </a:rPr>
              <a:t>17 SKUs</a:t>
            </a:r>
          </a:p>
        </p:txBody>
      </p:sp>
      <p:sp>
        <p:nvSpPr>
          <p:cNvPr id="68" name="Label Ineffective"/>
          <p:cNvSpPr/>
          <p:nvPr/>
        </p:nvSpPr>
        <p:spPr>
          <a:xfrm>
            <a:off x="3098800" y="3530600"/>
            <a:ext cx="2209800" cy="3048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ctr"/>
          <a:lstStyle/>
          <a:p>
            <a:pPr algn="l">
              <a:buNone/>
            </a:pPr>
            <a:r>
              <a:rPr lang="en-GB" sz="1500" b="1">
                <a:solidFill>
                  <a:srgbClr val="333333"/>
                </a:solidFill>
                <a:latin typeface="Arial"/>
              </a:rPr>
              <a:t>Ineffective</a:t>
            </a:r>
          </a:p>
        </p:txBody>
      </p:sp>
      <p:sp>
        <p:nvSpPr>
          <p:cNvPr id="69" name="Desc Ineffective"/>
          <p:cNvSpPr/>
          <p:nvPr/>
        </p:nvSpPr>
        <p:spPr>
          <a:xfrm>
            <a:off x="3098800" y="3886200"/>
            <a:ext cx="2209800" cy="5334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ctr"/>
          <a:lstStyle/>
          <a:p>
            <a:pPr algn="l">
              <a:buNone/>
            </a:pPr>
            <a:r>
              <a:rPr lang="en-GB" sz="1400">
                <a:solidFill>
                  <a:srgbClr val="666666"/>
                </a:solidFill>
                <a:latin typeface="Arial"/>
              </a:rPr>
              <a:t>Redirect budget</a:t>
            </a:r>
          </a:p>
        </p:txBody>
      </p:sp>
      <p:sp>
        <p:nvSpPr>
          <p:cNvPr id="80" name="Callout"/>
          <p:cNvSpPr/>
          <p:nvPr/>
        </p:nvSpPr>
        <p:spPr>
          <a:xfrm>
            <a:off x="330200" y="4826000"/>
            <a:ext cx="5130800" cy="558800"/>
          </a:xfrm>
          <a:prstGeom prst="roundRect">
            <a:avLst/>
          </a:prstGeom>
          <a:solidFill>
            <a:srgbClr val="F0F0FF"/>
          </a:solidFill>
          <a:ln w="6350">
            <a:solidFill>
              <a:srgbClr val="0000CD"/>
            </a:solidFill>
          </a:ln>
        </p:spPr>
        <p:txBody>
          <a:bodyPr lIns="72000" tIns="36000" rIns="72000" bIns="36000" anchor="ctr"/>
          <a:lstStyle/>
          <a:p>
            <a:pPr algn="ctr">
              <a:buNone/>
            </a:pPr>
            <a:r>
              <a:rPr lang="en-GB" sz="1400" b="1">
                <a:solidFill>
                  <a:srgbClr val="0000CD"/>
                </a:solidFill>
                <a:latin typeface="Arial"/>
              </a:rPr>
              <a:t>→ Focus promo budget on 19 responsive SKUs</a:t>
            </a:r>
          </a:p>
        </p:txBody>
      </p:sp>
      <p:sp>
        <p:nvSpPr>
          <p:cNvPr id="90" name="Metric Significant"/>
          <p:cNvSpPr/>
          <p:nvPr/>
        </p:nvSpPr>
        <p:spPr>
          <a:xfrm>
            <a:off x="330200" y="5537200"/>
            <a:ext cx="1727200" cy="5588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ctr"/>
          <a:lstStyle/>
          <a:p>
            <a:pPr algn="ctr">
              <a:buNone/>
            </a:pPr>
            <a:r>
              <a:rPr lang="en-GB" sz="1600" b="1">
                <a:solidFill>
                  <a:srgbClr val="0000CD"/>
                </a:solidFill>
                <a:latin typeface="Arial"/>
              </a:rPr>
              <a:t>19/44</a:t>
            </a:r>
            <a:r>
              <a:rPr lang="en-GB" sz="1200">
                <a:solidFill>
                  <a:srgbClr val="666666"/>
                </a:solidFill>
                <a:latin typeface="Arial"/>
              </a:rPr>
              <a:t xml:space="preserve"> Significant</a:t>
            </a:r>
          </a:p>
        </p:txBody>
      </p:sp>
      <p:sp>
        <p:nvSpPr>
          <p:cNvPr id="91" name="Metric Avg lift"/>
          <p:cNvSpPr/>
          <p:nvPr/>
        </p:nvSpPr>
        <p:spPr>
          <a:xfrm>
            <a:off x="2159000" y="5537200"/>
            <a:ext cx="1727200" cy="5588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ctr"/>
          <a:lstStyle/>
          <a:p>
            <a:pPr algn="ctr">
              <a:buNone/>
            </a:pPr>
            <a:r>
              <a:rPr lang="en-GB" sz="1600" b="1">
                <a:solidFill>
                  <a:srgbClr val="0000CD"/>
                </a:solidFill>
                <a:latin typeface="Arial"/>
              </a:rPr>
              <a:t>+68.5%</a:t>
            </a:r>
            <a:r>
              <a:rPr lang="en-GB" sz="1200">
                <a:solidFill>
                  <a:srgbClr val="666666"/>
                </a:solidFill>
                <a:latin typeface="Arial"/>
              </a:rPr>
              <a:t xml:space="preserve"> Avg lift</a:t>
            </a:r>
          </a:p>
        </p:txBody>
      </p:sp>
      <p:sp>
        <p:nvSpPr>
          <p:cNvPr id="92" name="Metric Top SKU/wk"/>
          <p:cNvSpPr/>
          <p:nvPr/>
        </p:nvSpPr>
        <p:spPr>
          <a:xfrm>
            <a:off x="3987800" y="5537200"/>
            <a:ext cx="1727200" cy="5588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ctr"/>
          <a:lstStyle/>
          <a:p>
            <a:pPr algn="ctr">
              <a:buNone/>
            </a:pPr>
            <a:r>
              <a:rPr lang="en-GB" sz="1600" b="1">
                <a:solidFill>
                  <a:srgbClr val="0000CD"/>
                </a:solidFill>
                <a:latin typeface="Arial"/>
              </a:rPr>
              <a:t>+141.3</a:t>
            </a:r>
            <a:r>
              <a:rPr lang="en-GB" sz="1200">
                <a:solidFill>
                  <a:srgbClr val="666666"/>
                </a:solidFill>
                <a:latin typeface="Arial"/>
              </a:rPr>
              <a:t xml:space="preserve"> Top SKU/wk</a:t>
            </a:r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1179CCBE-C162-2588-2934-1E11E72F511D}"/>
              </a:ext>
            </a:extLst>
          </p:cNvPr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0080"/>
          </a:solidFill>
          <a:ln/>
        </p:spPr>
        <p:txBody>
          <a:bodyPr/>
          <a:lstStyle/>
          <a:p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1615545660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192BD4-C181-55A8-4570-E6A117482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7970F-0EF3-2A70-2573-EC187C998D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>
            <a:normAutofit/>
          </a:bodyPr>
          <a:lstStyle/>
          <a:p>
            <a:r>
              <a:rPr lang="en-US"/>
              <a:t>Dashboard: 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5A489D-030E-6BD9-7AC1-3667B4B3E7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 vert="horz" lIns="0" tIns="0" rIns="0" bIns="0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Price Elasticity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B6A6BBA-39B6-AF21-65E3-54A47624F8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89336"/>
            <a:ext cx="5579198" cy="740845"/>
          </a:xfrm>
        </p:spPr>
        <p:txBody>
          <a:bodyPr/>
          <a:lstStyle/>
          <a:p>
            <a:r>
              <a:rPr lang="en-GB" sz="2000">
                <a:cs typeface="Arial"/>
              </a:rPr>
              <a:t>How sensitive is each SKU’s demand to price changes?</a:t>
            </a:r>
            <a:endParaRPr lang="en-US" sz="2000" b="0">
              <a:cs typeface="Arial"/>
            </a:endParaRPr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50E6F725-4FE5-C200-27CF-36DDDFEDBEA0}"/>
              </a:ext>
            </a:extLst>
          </p:cNvPr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0080"/>
          </a:solidFill>
          <a:ln/>
        </p:spPr>
        <p:txBody>
          <a:bodyPr/>
          <a:lstStyle/>
          <a:p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2570862048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4F674-D976-C379-F19E-3EC33B4AB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24862-9620-D458-936F-38DE1784F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z="850">
                <a:solidFill>
                  <a:srgbClr val="0000CD"/>
                </a:solidFill>
                <a:latin typeface="Arial"/>
              </a:rPr>
              <a:t>12</a:t>
            </a:r>
          </a:p>
        </p:txBody>
      </p:sp>
      <p:pic>
        <p:nvPicPr>
          <p:cNvPr id="100" name="Screenshot"/>
          <p:cNvPicPr>
            <a:picLocks noChangeAspect="1"/>
          </p:cNvPicPr>
          <p:nvPr/>
        </p:nvPicPr>
        <p:blipFill>
          <a:blip r:embed="rId2"/>
          <a:srcRect l="18476" t="23883" r="19567" b="-1"/>
          <a:stretch>
            <a:fillRect/>
          </a:stretch>
        </p:blipFill>
        <p:spPr>
          <a:xfrm>
            <a:off x="4876800" y="1088248"/>
            <a:ext cx="7029116" cy="4848069"/>
          </a:xfrm>
          <a:prstGeom prst="rect">
            <a:avLst/>
          </a:prstGeom>
        </p:spPr>
      </p:pic>
      <p:sp>
        <p:nvSpPr>
          <p:cNvPr id="15" name="Text 1">
            <a:extLst>
              <a:ext uri="{FF2B5EF4-FFF2-40B4-BE49-F238E27FC236}">
                <a16:creationId xmlns:a16="http://schemas.microsoft.com/office/drawing/2014/main" id="{29CDBA74-8A51-0BB9-D2C1-EEB8C0B67910}"/>
              </a:ext>
            </a:extLst>
          </p:cNvPr>
          <p:cNvSpPr/>
          <p:nvPr/>
        </p:nvSpPr>
        <p:spPr>
          <a:xfrm>
            <a:off x="326390" y="2514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Sensitivity — Who Responds to Price Changes?</a:t>
            </a:r>
            <a:endParaRPr lang="en-US" sz="4400">
              <a:solidFill>
                <a:schemeClr val="accent1"/>
              </a:solidFill>
            </a:endParaRPr>
          </a:p>
        </p:txBody>
      </p:sp>
      <p:sp>
        <p:nvSpPr>
          <p:cNvPr id="50" name="Model Card"/>
          <p:cNvSpPr/>
          <p:nvPr/>
        </p:nvSpPr>
        <p:spPr>
          <a:xfrm>
            <a:off x="330200" y="1016000"/>
            <a:ext cx="4394200" cy="685800"/>
          </a:xfrm>
          <a:prstGeom prst="roundRect">
            <a:avLst/>
          </a:prstGeom>
          <a:solidFill>
            <a:srgbClr val="F8F8FF"/>
          </a:solidFill>
          <a:ln w="6350">
            <a:solidFill>
              <a:srgbClr val="D0D0E0"/>
            </a:solidFill>
          </a:ln>
        </p:spPr>
        <p:txBody>
          <a:bodyPr lIns="72000" tIns="36000" rIns="72000" bIns="36000" anchor="ctr"/>
          <a:lstStyle/>
          <a:p>
            <a:pPr algn="l">
              <a:buNone/>
            </a:pPr>
            <a:r>
              <a:rPr lang="en-GB" sz="1400" b="1">
                <a:solidFill>
                  <a:srgbClr val="0000CD"/>
                </a:solidFill>
                <a:latin typeface="Arial"/>
              </a:rPr>
              <a:t>Scan*Pro OLS</a:t>
            </a:r>
            <a:r>
              <a:rPr lang="en-GB" sz="1400">
                <a:solidFill>
                  <a:srgbClr val="666666"/>
                </a:solidFill>
                <a:latin typeface="Arial"/>
              </a:rPr>
              <a:t xml:space="preserve">  β₁ = price elasticity</a:t>
            </a:r>
          </a:p>
        </p:txBody>
      </p:sp>
      <p:sp>
        <p:nvSpPr>
          <p:cNvPr id="60" name="Elastic Card"/>
          <p:cNvSpPr/>
          <p:nvPr/>
        </p:nvSpPr>
        <p:spPr>
          <a:xfrm>
            <a:off x="330200" y="1854200"/>
            <a:ext cx="2133600" cy="2108200"/>
          </a:xfrm>
          <a:prstGeom prst="roundRect">
            <a:avLst/>
          </a:prstGeom>
          <a:solidFill>
            <a:srgbClr val="F0F0FF"/>
          </a:solidFill>
          <a:ln w="6350">
            <a:solidFill>
              <a:srgbClr val="0000CD"/>
            </a:solidFill>
          </a:ln>
        </p:spPr>
        <p:txBody>
          <a:bodyPr lIns="72000" tIns="36000" rIns="72000" bIns="36000" anchor="ctr"/>
          <a:lstStyle/>
          <a:p>
            <a:endParaRPr lang="en-GB"/>
          </a:p>
        </p:txBody>
      </p:sp>
      <p:sp>
        <p:nvSpPr>
          <p:cNvPr id="62" name="Elastic Count"/>
          <p:cNvSpPr/>
          <p:nvPr/>
        </p:nvSpPr>
        <p:spPr>
          <a:xfrm>
            <a:off x="482600" y="2032000"/>
            <a:ext cx="1828800" cy="5080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ctr"/>
          <a:lstStyle/>
          <a:p>
            <a:pPr algn="l">
              <a:buNone/>
            </a:pPr>
            <a:r>
              <a:rPr lang="en-GB" sz="2600" b="1">
                <a:solidFill>
                  <a:srgbClr val="0000CD"/>
                </a:solidFill>
                <a:latin typeface="Arial"/>
              </a:rPr>
              <a:t>32</a:t>
            </a:r>
            <a:r>
              <a:rPr lang="en-GB" sz="1500">
                <a:solidFill>
                  <a:srgbClr val="666666"/>
                </a:solidFill>
                <a:latin typeface="Arial"/>
              </a:rPr>
              <a:t xml:space="preserve"> SKUs</a:t>
            </a:r>
          </a:p>
        </p:txBody>
      </p:sp>
      <p:sp>
        <p:nvSpPr>
          <p:cNvPr id="63" name="Elastic Label"/>
          <p:cNvSpPr/>
          <p:nvPr/>
        </p:nvSpPr>
        <p:spPr>
          <a:xfrm>
            <a:off x="482600" y="2540000"/>
            <a:ext cx="1828800" cy="3048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ctr"/>
          <a:lstStyle/>
          <a:p>
            <a:pPr algn="l">
              <a:buNone/>
            </a:pPr>
            <a:r>
              <a:rPr lang="en-GB" sz="1500" b="1">
                <a:solidFill>
                  <a:srgbClr val="333333"/>
                </a:solidFill>
                <a:latin typeface="Arial"/>
              </a:rPr>
              <a:t>Elastic (|e| &gt; 1)</a:t>
            </a:r>
          </a:p>
        </p:txBody>
      </p:sp>
      <p:sp>
        <p:nvSpPr>
          <p:cNvPr id="64" name="Elastic Desc"/>
          <p:cNvSpPr/>
          <p:nvPr/>
        </p:nvSpPr>
        <p:spPr>
          <a:xfrm>
            <a:off x="482600" y="2895600"/>
            <a:ext cx="1828800" cy="8890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t"/>
          <a:lstStyle/>
          <a:p>
            <a:pPr algn="l">
              <a:buNone/>
            </a:pPr>
            <a:r>
              <a:rPr lang="en-GB" sz="1300">
                <a:solidFill>
                  <a:srgbClr val="666666"/>
                </a:solidFill>
                <a:latin typeface="Arial"/>
              </a:rPr>
              <a:t>Lower price → higher revenue. Volume gains outweigh margin loss.</a:t>
            </a:r>
          </a:p>
        </p:txBody>
      </p:sp>
      <p:sp>
        <p:nvSpPr>
          <p:cNvPr id="70" name="Inelastic Card"/>
          <p:cNvSpPr/>
          <p:nvPr/>
        </p:nvSpPr>
        <p:spPr>
          <a:xfrm>
            <a:off x="2590800" y="1854200"/>
            <a:ext cx="2133600" cy="2108200"/>
          </a:xfrm>
          <a:prstGeom prst="roundRect">
            <a:avLst/>
          </a:prstGeom>
          <a:solidFill>
            <a:srgbClr val="FFF8E8"/>
          </a:solidFill>
          <a:ln w="6350">
            <a:solidFill>
              <a:srgbClr val="CC8800"/>
            </a:solidFill>
          </a:ln>
        </p:spPr>
        <p:txBody>
          <a:bodyPr lIns="72000" tIns="36000" rIns="72000" bIns="36000" anchor="ctr"/>
          <a:lstStyle/>
          <a:p>
            <a:endParaRPr lang="en-GB"/>
          </a:p>
        </p:txBody>
      </p:sp>
      <p:sp>
        <p:nvSpPr>
          <p:cNvPr id="72" name="Inelastic Count"/>
          <p:cNvSpPr/>
          <p:nvPr/>
        </p:nvSpPr>
        <p:spPr>
          <a:xfrm>
            <a:off x="2743200" y="2032000"/>
            <a:ext cx="1828800" cy="5080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ctr"/>
          <a:lstStyle/>
          <a:p>
            <a:pPr algn="l">
              <a:buNone/>
            </a:pPr>
            <a:r>
              <a:rPr lang="en-GB" sz="2600" b="1">
                <a:solidFill>
                  <a:srgbClr val="CC8800"/>
                </a:solidFill>
                <a:latin typeface="Arial"/>
              </a:rPr>
              <a:t>12</a:t>
            </a:r>
            <a:r>
              <a:rPr lang="en-GB" sz="1500">
                <a:solidFill>
                  <a:srgbClr val="666666"/>
                </a:solidFill>
                <a:latin typeface="Arial"/>
              </a:rPr>
              <a:t xml:space="preserve"> SKUs</a:t>
            </a:r>
          </a:p>
        </p:txBody>
      </p:sp>
      <p:sp>
        <p:nvSpPr>
          <p:cNvPr id="73" name="Inelastic Label"/>
          <p:cNvSpPr/>
          <p:nvPr/>
        </p:nvSpPr>
        <p:spPr>
          <a:xfrm>
            <a:off x="2743200" y="2540000"/>
            <a:ext cx="1828800" cy="3048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ctr"/>
          <a:lstStyle/>
          <a:p>
            <a:pPr algn="l">
              <a:buNone/>
            </a:pPr>
            <a:r>
              <a:rPr lang="en-GB" sz="1500" b="1">
                <a:solidFill>
                  <a:srgbClr val="333333"/>
                </a:solidFill>
                <a:latin typeface="Arial"/>
              </a:rPr>
              <a:t>Inelastic (|e| &lt; 1)</a:t>
            </a:r>
          </a:p>
        </p:txBody>
      </p:sp>
      <p:sp>
        <p:nvSpPr>
          <p:cNvPr id="74" name="Inelastic Desc"/>
          <p:cNvSpPr/>
          <p:nvPr/>
        </p:nvSpPr>
        <p:spPr>
          <a:xfrm>
            <a:off x="2743200" y="2895600"/>
            <a:ext cx="1828800" cy="8890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t"/>
          <a:lstStyle/>
          <a:p>
            <a:pPr algn="l">
              <a:buNone/>
            </a:pPr>
            <a:r>
              <a:rPr lang="en-GB" sz="1300">
                <a:solidFill>
                  <a:srgbClr val="666666"/>
                </a:solidFill>
                <a:latin typeface="Arial"/>
              </a:rPr>
              <a:t>Raise price → higher revenue. Minimal demand impact.</a:t>
            </a:r>
          </a:p>
        </p:txBody>
      </p:sp>
      <p:sp>
        <p:nvSpPr>
          <p:cNvPr id="80" name="Stat Avg ε"/>
          <p:cNvSpPr/>
          <p:nvPr/>
        </p:nvSpPr>
        <p:spPr>
          <a:xfrm>
            <a:off x="330200" y="4114800"/>
            <a:ext cx="1447800" cy="5334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txBody>
          <a:bodyPr lIns="72000" tIns="36000" rIns="72000" bIns="36000" anchor="ctr"/>
          <a:lstStyle/>
          <a:p>
            <a:pPr algn="ctr">
              <a:buNone/>
            </a:pPr>
            <a:r>
              <a:rPr lang="en-GB" sz="1500" b="1">
                <a:solidFill>
                  <a:srgbClr val="0000CD"/>
                </a:solidFill>
                <a:latin typeface="Arial"/>
              </a:rPr>
              <a:t>−1.72</a:t>
            </a:r>
          </a:p>
          <a:p>
            <a:pPr algn="ctr">
              <a:buNone/>
            </a:pPr>
            <a:r>
              <a:rPr lang="en-GB" sz="1100">
                <a:solidFill>
                  <a:srgbClr val="666666"/>
                </a:solidFill>
                <a:latin typeface="Arial"/>
              </a:rPr>
              <a:t>Avg ε</a:t>
            </a:r>
          </a:p>
        </p:txBody>
      </p:sp>
      <p:sp>
        <p:nvSpPr>
          <p:cNvPr id="81" name="Stat Most sens."/>
          <p:cNvSpPr/>
          <p:nvPr/>
        </p:nvSpPr>
        <p:spPr>
          <a:xfrm>
            <a:off x="1879600" y="4114800"/>
            <a:ext cx="1447800" cy="5334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txBody>
          <a:bodyPr lIns="72000" tIns="36000" rIns="72000" bIns="36000" anchor="ctr"/>
          <a:lstStyle/>
          <a:p>
            <a:pPr algn="ctr">
              <a:buNone/>
            </a:pPr>
            <a:r>
              <a:rPr lang="en-GB" sz="1500" b="1">
                <a:solidFill>
                  <a:srgbClr val="0000CD"/>
                </a:solidFill>
                <a:latin typeface="Arial"/>
              </a:rPr>
              <a:t>−4.07</a:t>
            </a:r>
          </a:p>
          <a:p>
            <a:pPr algn="ctr">
              <a:buNone/>
            </a:pPr>
            <a:r>
              <a:rPr lang="en-GB" sz="1100">
                <a:solidFill>
                  <a:srgbClr val="666666"/>
                </a:solidFill>
                <a:latin typeface="Arial"/>
              </a:rPr>
              <a:t>Most sens.</a:t>
            </a:r>
          </a:p>
        </p:txBody>
      </p:sp>
      <p:sp>
        <p:nvSpPr>
          <p:cNvPr id="82" name="Stat Least sens."/>
          <p:cNvSpPr/>
          <p:nvPr/>
        </p:nvSpPr>
        <p:spPr>
          <a:xfrm>
            <a:off x="3429000" y="4114800"/>
            <a:ext cx="1447800" cy="5334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txBody>
          <a:bodyPr lIns="72000" tIns="36000" rIns="72000" bIns="36000" anchor="ctr"/>
          <a:lstStyle/>
          <a:p>
            <a:pPr algn="ctr">
              <a:buNone/>
            </a:pPr>
            <a:r>
              <a:rPr lang="en-GB" sz="1500" b="1">
                <a:solidFill>
                  <a:srgbClr val="0000CD"/>
                </a:solidFill>
                <a:latin typeface="Arial"/>
              </a:rPr>
              <a:t>−0.37</a:t>
            </a:r>
          </a:p>
          <a:p>
            <a:pPr algn="ctr">
              <a:buNone/>
            </a:pPr>
            <a:r>
              <a:rPr lang="en-GB" sz="1100">
                <a:solidFill>
                  <a:srgbClr val="666666"/>
                </a:solidFill>
                <a:latin typeface="Arial"/>
              </a:rPr>
              <a:t>Least sens.</a:t>
            </a:r>
          </a:p>
        </p:txBody>
      </p:sp>
      <p:sp>
        <p:nvSpPr>
          <p:cNvPr id="90" name="Callout"/>
          <p:cNvSpPr/>
          <p:nvPr/>
        </p:nvSpPr>
        <p:spPr>
          <a:xfrm>
            <a:off x="330200" y="4826000"/>
            <a:ext cx="4394200" cy="558800"/>
          </a:xfrm>
          <a:prstGeom prst="roundRect">
            <a:avLst/>
          </a:prstGeom>
          <a:solidFill>
            <a:srgbClr val="F0F0FF"/>
          </a:solidFill>
          <a:ln w="6350">
            <a:solidFill>
              <a:srgbClr val="0000CD"/>
            </a:solidFill>
          </a:ln>
        </p:spPr>
        <p:txBody>
          <a:bodyPr lIns="72000" tIns="36000" rIns="72000" bIns="36000" anchor="ctr"/>
          <a:lstStyle/>
          <a:p>
            <a:pPr algn="ctr">
              <a:buNone/>
            </a:pPr>
            <a:r>
              <a:rPr lang="en-GB" sz="1400" b="1">
                <a:solidFill>
                  <a:srgbClr val="0000CD"/>
                </a:solidFill>
                <a:latin typeface="Arial"/>
              </a:rPr>
              <a:t>91% of results statistically significant</a:t>
            </a:r>
          </a:p>
        </p:txBody>
      </p:sp>
      <p:sp>
        <p:nvSpPr>
          <p:cNvPr id="91" name="Metric sig"/>
          <p:cNvSpPr/>
          <p:nvPr/>
        </p:nvSpPr>
        <p:spPr>
          <a:xfrm>
            <a:off x="330200" y="5537200"/>
            <a:ext cx="2133600" cy="5080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ctr"/>
          <a:lstStyle/>
          <a:p>
            <a:pPr algn="ctr">
              <a:buNone/>
            </a:pPr>
            <a:r>
              <a:rPr lang="en-GB" sz="1600" b="1">
                <a:solidFill>
                  <a:srgbClr val="0000CD"/>
                </a:solidFill>
                <a:latin typeface="Arial"/>
              </a:rPr>
              <a:t>40/44</a:t>
            </a:r>
            <a:r>
              <a:rPr lang="en-GB" sz="1200">
                <a:solidFill>
                  <a:srgbClr val="666666"/>
                </a:solidFill>
                <a:latin typeface="Arial"/>
              </a:rPr>
              <a:t xml:space="preserve"> Significant</a:t>
            </a:r>
          </a:p>
        </p:txBody>
      </p:sp>
      <p:sp>
        <p:nvSpPr>
          <p:cNvPr id="92" name="Metric range"/>
          <p:cNvSpPr/>
          <p:nvPr/>
        </p:nvSpPr>
        <p:spPr>
          <a:xfrm>
            <a:off x="2590800" y="5537200"/>
            <a:ext cx="2133600" cy="5080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ctr"/>
          <a:lstStyle/>
          <a:p>
            <a:pPr algn="ctr">
              <a:buNone/>
            </a:pPr>
            <a:r>
              <a:rPr lang="en-GB" sz="1600" b="1">
                <a:solidFill>
                  <a:srgbClr val="0000CD"/>
                </a:solidFill>
                <a:latin typeface="Arial"/>
              </a:rPr>
              <a:t>32 vs 12</a:t>
            </a:r>
            <a:r>
              <a:rPr lang="en-GB" sz="1200">
                <a:solidFill>
                  <a:srgbClr val="666666"/>
                </a:solidFill>
                <a:latin typeface="Arial"/>
              </a:rPr>
              <a:t xml:space="preserve"> Split</a:t>
            </a: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81D666DD-6096-AA5E-12E8-07596EA7F7F7}"/>
              </a:ext>
            </a:extLst>
          </p:cNvPr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0080"/>
          </a:solidFill>
          <a:ln/>
        </p:spPr>
        <p:txBody>
          <a:bodyPr/>
          <a:lstStyle/>
          <a:p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2272223395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6390" y="2514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Sensitivity — Who Responds to Price Changes?</a:t>
            </a:r>
            <a:endParaRPr lang="en-US" sz="4400">
              <a:solidFill>
                <a:schemeClr val="accent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1371600" y="1188720"/>
            <a:ext cx="9418320" cy="822960"/>
          </a:xfrm>
          <a:prstGeom prst="roundRect">
            <a:avLst>
              <a:gd name="adj" fmla="val 8889"/>
            </a:avLst>
          </a:prstGeom>
          <a:solidFill>
            <a:srgbClr val="F0F0FF"/>
          </a:solidFill>
          <a:ln w="15240">
            <a:solidFill>
              <a:srgbClr val="0000CD"/>
            </a:solidFill>
            <a:prstDash val="solid"/>
          </a:ln>
        </p:spPr>
        <p:txBody>
          <a:bodyPr/>
          <a:lstStyle/>
          <a:p>
            <a:endParaRPr lang="en-QA"/>
          </a:p>
        </p:txBody>
      </p:sp>
      <p:sp>
        <p:nvSpPr>
          <p:cNvPr id="8" name="Text 6"/>
          <p:cNvSpPr/>
          <p:nvPr/>
        </p:nvSpPr>
        <p:spPr>
          <a:xfrm>
            <a:off x="1371600" y="118872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log(Sales) = </a:t>
            </a:r>
            <a:r>
              <a:rPr lang="en-US" sz="1500" b="1">
                <a:solidFill>
                  <a:srgbClr val="7B6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</a:t>
            </a:r>
            <a:r>
              <a:rPr lang="en-US" sz="150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+ </a:t>
            </a:r>
            <a:r>
              <a:rPr lang="en-US" sz="1500" b="1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β₁</a:t>
            </a:r>
            <a:r>
              <a:rPr lang="en-US" sz="150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·log(Price) + </a:t>
            </a:r>
            <a:r>
              <a:rPr lang="en-US" sz="1500" b="1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β₂</a:t>
            </a:r>
            <a:r>
              <a:rPr lang="en-US" sz="150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·Featured + </a:t>
            </a:r>
            <a:r>
              <a:rPr lang="en-US" sz="1500" b="1">
                <a:solidFill>
                  <a:srgbClr val="7B6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</a:t>
            </a:r>
            <a:endParaRPr lang="en-US" sz="2000"/>
          </a:p>
        </p:txBody>
      </p:sp>
      <p:sp>
        <p:nvSpPr>
          <p:cNvPr id="9" name="Shape 7"/>
          <p:cNvSpPr/>
          <p:nvPr/>
        </p:nvSpPr>
        <p:spPr>
          <a:xfrm>
            <a:off x="640080" y="2377440"/>
            <a:ext cx="502920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10" name="Shape 8"/>
          <p:cNvSpPr/>
          <p:nvPr/>
        </p:nvSpPr>
        <p:spPr>
          <a:xfrm>
            <a:off x="640080" y="2450592"/>
            <a:ext cx="54864" cy="1271016"/>
          </a:xfrm>
          <a:prstGeom prst="rect">
            <a:avLst/>
          </a:prstGeom>
          <a:solidFill>
            <a:srgbClr val="0000CD"/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1" name="Text 9"/>
          <p:cNvSpPr/>
          <p:nvPr/>
        </p:nvSpPr>
        <p:spPr>
          <a:xfrm>
            <a:off x="841248" y="24688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Interpretation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841248" y="27889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β₁ is the price elasticity of demand: a 1% price increase leads to a β₁% change in unit sales. </a:t>
            </a:r>
            <a:endParaRPr lang="en-US" sz="1800"/>
          </a:p>
        </p:txBody>
      </p:sp>
      <p:sp>
        <p:nvSpPr>
          <p:cNvPr id="13" name="Shape 11"/>
          <p:cNvSpPr/>
          <p:nvPr/>
        </p:nvSpPr>
        <p:spPr>
          <a:xfrm>
            <a:off x="6217920" y="2377440"/>
            <a:ext cx="502920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14" name="Shape 12"/>
          <p:cNvSpPr/>
          <p:nvPr/>
        </p:nvSpPr>
        <p:spPr>
          <a:xfrm>
            <a:off x="6217920" y="2450592"/>
            <a:ext cx="54864" cy="1271016"/>
          </a:xfrm>
          <a:prstGeom prst="rect">
            <a:avLst/>
          </a:prstGeom>
          <a:solidFill>
            <a:srgbClr val="0000CD"/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5" name="Text 13"/>
          <p:cNvSpPr/>
          <p:nvPr/>
        </p:nvSpPr>
        <p:spPr>
          <a:xfrm>
            <a:off x="6419088" y="24688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Thresholds</a:t>
            </a:r>
            <a:endParaRPr lang="en-US" sz="1800"/>
          </a:p>
        </p:txBody>
      </p:sp>
      <p:sp>
        <p:nvSpPr>
          <p:cNvPr id="16" name="Text 14"/>
          <p:cNvSpPr/>
          <p:nvPr/>
        </p:nvSpPr>
        <p:spPr>
          <a:xfrm>
            <a:off x="6419088" y="27889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r>
              <a:rPr lang="en-US" sz="1500" err="1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</a:t>
            </a:r>
            <a:r>
              <a:rPr lang="en-US" sz="15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&lt; 1 = Inelastic</a:t>
            </a:r>
            <a:endParaRPr lang="en-US" sz="1800"/>
          </a:p>
          <a:p>
            <a:pPr marL="0" indent="0">
              <a:lnSpc>
                <a:spcPct val="120000"/>
              </a:lnSpc>
              <a:buNone/>
            </a:pPr>
            <a:r>
              <a:rPr lang="en-US" sz="15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≤ |</a:t>
            </a:r>
            <a:r>
              <a:rPr lang="en-US" sz="1500" err="1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</a:t>
            </a:r>
            <a:r>
              <a:rPr lang="en-US" sz="15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&lt; 2 = Moderately Elastic</a:t>
            </a:r>
            <a:endParaRPr lang="en-US" sz="1800"/>
          </a:p>
          <a:p>
            <a:pPr marL="0" indent="0">
              <a:lnSpc>
                <a:spcPct val="120000"/>
              </a:lnSpc>
              <a:buNone/>
            </a:pPr>
            <a:r>
              <a:rPr lang="en-US" sz="15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r>
              <a:rPr lang="en-US" sz="1500" err="1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</a:t>
            </a:r>
            <a:r>
              <a:rPr lang="en-US" sz="15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≥ 2 = Highly Elastic</a:t>
            </a:r>
            <a:endParaRPr lang="en-US" sz="180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502920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18" name="Shape 16"/>
          <p:cNvSpPr/>
          <p:nvPr/>
        </p:nvSpPr>
        <p:spPr>
          <a:xfrm>
            <a:off x="640080" y="4096512"/>
            <a:ext cx="54864" cy="1271016"/>
          </a:xfrm>
          <a:prstGeom prst="rect">
            <a:avLst/>
          </a:prstGeom>
          <a:solidFill>
            <a:srgbClr val="0000CD"/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9" name="Text 17"/>
          <p:cNvSpPr/>
          <p:nvPr/>
        </p:nvSpPr>
        <p:spPr>
          <a:xfrm>
            <a:off x="841248" y="41148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Formula</a:t>
            </a:r>
            <a:endParaRPr lang="en-US" sz="1800"/>
          </a:p>
        </p:txBody>
      </p:sp>
      <p:sp>
        <p:nvSpPr>
          <p:cNvPr id="20" name="Text 18"/>
          <p:cNvSpPr/>
          <p:nvPr/>
        </p:nvSpPr>
        <p:spPr>
          <a:xfrm>
            <a:off x="841248" y="44348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Demand = Base × (New Price / Old Price)^</a:t>
            </a:r>
            <a:r>
              <a:rPr lang="en-US" sz="1500" err="1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</a:t>
            </a:r>
            <a:endParaRPr lang="en-US" sz="1800"/>
          </a:p>
          <a:p>
            <a:pPr marL="0" indent="0">
              <a:lnSpc>
                <a:spcPct val="120000"/>
              </a:lnSpc>
              <a:buNone/>
            </a:pPr>
            <a:r>
              <a:rPr lang="en-US" sz="15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Revenue = New Price × New Demand</a:t>
            </a:r>
            <a:endParaRPr lang="en-US" sz="1800"/>
          </a:p>
          <a:p>
            <a:pPr marL="0" indent="0">
              <a:lnSpc>
                <a:spcPct val="120000"/>
              </a:lnSpc>
              <a:buNone/>
            </a:pPr>
            <a:r>
              <a:rPr lang="en-US" sz="15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to +10%, -10%, +30% scenarios.</a:t>
            </a:r>
            <a:endParaRPr lang="en-US" sz="1800"/>
          </a:p>
        </p:txBody>
      </p:sp>
      <p:sp>
        <p:nvSpPr>
          <p:cNvPr id="21" name="Shape 19"/>
          <p:cNvSpPr/>
          <p:nvPr/>
        </p:nvSpPr>
        <p:spPr>
          <a:xfrm>
            <a:off x="6217920" y="4023360"/>
            <a:ext cx="502920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22" name="Shape 20"/>
          <p:cNvSpPr/>
          <p:nvPr/>
        </p:nvSpPr>
        <p:spPr>
          <a:xfrm>
            <a:off x="6217920" y="4096512"/>
            <a:ext cx="54864" cy="1271016"/>
          </a:xfrm>
          <a:prstGeom prst="rect">
            <a:avLst/>
          </a:prstGeom>
          <a:solidFill>
            <a:srgbClr val="0000CD"/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23" name="Text 21"/>
          <p:cNvSpPr/>
          <p:nvPr/>
        </p:nvSpPr>
        <p:spPr>
          <a:xfrm>
            <a:off x="6419088" y="41148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Diagnostics</a:t>
            </a:r>
            <a:endParaRPr lang="en-US" sz="1800"/>
          </a:p>
        </p:txBody>
      </p:sp>
      <p:sp>
        <p:nvSpPr>
          <p:cNvPr id="24" name="Text 22"/>
          <p:cNvSpPr/>
          <p:nvPr/>
        </p:nvSpPr>
        <p:spPr>
          <a:xfrm>
            <a:off x="6419088" y="44348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of 44 price coefficients significant at p &lt; 0.05.</a:t>
            </a:r>
            <a:endParaRPr lang="en-US" sz="1800"/>
          </a:p>
        </p:txBody>
      </p:sp>
      <p:sp>
        <p:nvSpPr>
          <p:cNvPr id="25" name="Shape 0">
            <a:extLst>
              <a:ext uri="{FF2B5EF4-FFF2-40B4-BE49-F238E27FC236}">
                <a16:creationId xmlns:a16="http://schemas.microsoft.com/office/drawing/2014/main" id="{5085D1E8-1A04-58E8-C918-D6BB61E96753}"/>
              </a:ext>
            </a:extLst>
          </p:cNvPr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00CD"/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250" name="Page Number"/>
          <p:cNvSpPr txBox="1"/>
          <p:nvPr/>
        </p:nvSpPr>
        <p:spPr>
          <a:xfrm>
            <a:off x="5936613" y="6393180"/>
            <a:ext cx="318770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r>
              <a:rPr lang="en-GB" sz="850" b="1">
                <a:solidFill>
                  <a:srgbClr val="0000CD"/>
                </a:solidFill>
                <a:latin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72821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-1"/>
            <a:ext cx="12295873" cy="71637"/>
          </a:xfrm>
          <a:prstGeom prst="rect">
            <a:avLst/>
          </a:prstGeom>
          <a:solidFill>
            <a:srgbClr val="0000CD"/>
          </a:solidFill>
          <a:ln/>
        </p:spPr>
        <p:txBody>
          <a:bodyPr/>
          <a:lstStyle/>
          <a:p>
            <a:endParaRPr lang="en-QA" sz="2800"/>
          </a:p>
        </p:txBody>
      </p:sp>
      <p:sp>
        <p:nvSpPr>
          <p:cNvPr id="3" name="Text 1"/>
          <p:cNvSpPr/>
          <p:nvPr/>
        </p:nvSpPr>
        <p:spPr>
          <a:xfrm>
            <a:off x="326390" y="2514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Findings: Elasticity Distribution</a:t>
            </a:r>
            <a:endParaRPr lang="en-US" sz="4800">
              <a:solidFill>
                <a:schemeClr val="accent1"/>
              </a:solidFill>
            </a:endParaRPr>
          </a:p>
        </p:txBody>
      </p:sp>
      <p:graphicFrame>
        <p:nvGraphicFramePr>
          <p:cNvPr id="7" name="Chart 0"/>
          <p:cNvGraphicFramePr/>
          <p:nvPr/>
        </p:nvGraphicFramePr>
        <p:xfrm>
          <a:off x="640080" y="1188720"/>
          <a:ext cx="7187184" cy="43616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8"/>
          <p:cNvSpPr/>
          <p:nvPr/>
        </p:nvSpPr>
        <p:spPr>
          <a:xfrm>
            <a:off x="8046720" y="1371600"/>
            <a:ext cx="3505200" cy="4178808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QA" sz="2800"/>
          </a:p>
        </p:txBody>
      </p:sp>
      <p:sp>
        <p:nvSpPr>
          <p:cNvPr id="12" name="Shape 9"/>
          <p:cNvSpPr/>
          <p:nvPr/>
        </p:nvSpPr>
        <p:spPr>
          <a:xfrm>
            <a:off x="8046719" y="1444751"/>
            <a:ext cx="55345" cy="3987777"/>
          </a:xfrm>
          <a:prstGeom prst="rect">
            <a:avLst/>
          </a:prstGeom>
          <a:solidFill>
            <a:srgbClr val="0000CD"/>
          </a:solidFill>
          <a:ln/>
        </p:spPr>
        <p:txBody>
          <a:bodyPr/>
          <a:lstStyle/>
          <a:p>
            <a:endParaRPr lang="en-QA" sz="2800"/>
          </a:p>
        </p:txBody>
      </p:sp>
      <p:sp>
        <p:nvSpPr>
          <p:cNvPr id="13" name="Text 10"/>
          <p:cNvSpPr/>
          <p:nvPr/>
        </p:nvSpPr>
        <p:spPr>
          <a:xfrm>
            <a:off x="8321039" y="1508759"/>
            <a:ext cx="3043989" cy="417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Statistics</a:t>
            </a:r>
            <a:endParaRPr lang="en-US" sz="3200"/>
          </a:p>
        </p:txBody>
      </p:sp>
      <p:sp>
        <p:nvSpPr>
          <p:cNvPr id="14" name="Text 11"/>
          <p:cNvSpPr/>
          <p:nvPr/>
        </p:nvSpPr>
        <p:spPr>
          <a:xfrm>
            <a:off x="8321039" y="2011680"/>
            <a:ext cx="3043989" cy="26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Elasticity</a:t>
            </a:r>
            <a:endParaRPr lang="en-US" sz="2800"/>
          </a:p>
        </p:txBody>
      </p:sp>
      <p:sp>
        <p:nvSpPr>
          <p:cNvPr id="15" name="Text 12"/>
          <p:cNvSpPr/>
          <p:nvPr/>
        </p:nvSpPr>
        <p:spPr>
          <a:xfrm>
            <a:off x="8321039" y="2212847"/>
            <a:ext cx="3043989" cy="417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-1.53</a:t>
            </a:r>
            <a:endParaRPr lang="en-US" sz="3200"/>
          </a:p>
        </p:txBody>
      </p:sp>
      <p:sp>
        <p:nvSpPr>
          <p:cNvPr id="16" name="Text 13"/>
          <p:cNvSpPr/>
          <p:nvPr/>
        </p:nvSpPr>
        <p:spPr>
          <a:xfrm>
            <a:off x="8321039" y="2651760"/>
            <a:ext cx="3043989" cy="26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</a:t>
            </a:r>
            <a:endParaRPr lang="en-US" sz="2800"/>
          </a:p>
        </p:txBody>
      </p:sp>
      <p:sp>
        <p:nvSpPr>
          <p:cNvPr id="17" name="Text 14"/>
          <p:cNvSpPr/>
          <p:nvPr/>
        </p:nvSpPr>
        <p:spPr>
          <a:xfrm>
            <a:off x="8321039" y="2852927"/>
            <a:ext cx="3043989" cy="417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-1.44</a:t>
            </a:r>
            <a:endParaRPr lang="en-US" sz="3200"/>
          </a:p>
        </p:txBody>
      </p:sp>
      <p:sp>
        <p:nvSpPr>
          <p:cNvPr id="18" name="Text 15"/>
          <p:cNvSpPr/>
          <p:nvPr/>
        </p:nvSpPr>
        <p:spPr>
          <a:xfrm>
            <a:off x="8321039" y="3291840"/>
            <a:ext cx="3043989" cy="26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</a:t>
            </a:r>
            <a:endParaRPr lang="en-US" sz="2800"/>
          </a:p>
        </p:txBody>
      </p:sp>
      <p:sp>
        <p:nvSpPr>
          <p:cNvPr id="19" name="Text 16"/>
          <p:cNvSpPr/>
          <p:nvPr/>
        </p:nvSpPr>
        <p:spPr>
          <a:xfrm>
            <a:off x="8321039" y="3493007"/>
            <a:ext cx="3043989" cy="417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-4.11 to +0.04</a:t>
            </a:r>
            <a:endParaRPr lang="en-US" sz="3200"/>
          </a:p>
        </p:txBody>
      </p:sp>
      <p:sp>
        <p:nvSpPr>
          <p:cNvPr id="20" name="Text 17"/>
          <p:cNvSpPr/>
          <p:nvPr/>
        </p:nvSpPr>
        <p:spPr>
          <a:xfrm>
            <a:off x="8321039" y="3931920"/>
            <a:ext cx="3043989" cy="26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</a:t>
            </a:r>
            <a:endParaRPr lang="en-US" sz="2800"/>
          </a:p>
        </p:txBody>
      </p:sp>
      <p:sp>
        <p:nvSpPr>
          <p:cNvPr id="21" name="Text 18"/>
          <p:cNvSpPr/>
          <p:nvPr/>
        </p:nvSpPr>
        <p:spPr>
          <a:xfrm>
            <a:off x="8321039" y="4170916"/>
            <a:ext cx="3043989" cy="417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of 44</a:t>
            </a:r>
            <a:endParaRPr lang="en-US" sz="3200"/>
          </a:p>
        </p:txBody>
      </p:sp>
      <p:sp>
        <p:nvSpPr>
          <p:cNvPr id="250" name="Page Number"/>
          <p:cNvSpPr txBox="1"/>
          <p:nvPr/>
        </p:nvSpPr>
        <p:spPr>
          <a:xfrm>
            <a:off x="5936613" y="6393180"/>
            <a:ext cx="318770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r>
              <a:rPr lang="en-GB" sz="850" b="1">
                <a:solidFill>
                  <a:srgbClr val="0000CD"/>
                </a:solidFill>
                <a:latin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0260568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E69073-240A-158E-C2E1-2F763FC97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6B749DF-5173-0AB7-A19B-49719F1C1004}"/>
              </a:ext>
            </a:extLst>
          </p:cNvPr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00CD"/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F7213D4-D4FB-9976-4055-7B1C3BDBBF06}"/>
              </a:ext>
            </a:extLst>
          </p:cNvPr>
          <p:cNvSpPr/>
          <p:nvPr/>
        </p:nvSpPr>
        <p:spPr>
          <a:xfrm>
            <a:off x="326390" y="2514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vs Least Price-Sensitive SKUs</a:t>
            </a:r>
            <a:endParaRPr lang="en-US" sz="4400">
              <a:solidFill>
                <a:schemeClr val="accent1"/>
              </a:solidFill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483DA48-3643-FA9E-908E-801428D954CE}"/>
              </a:ext>
            </a:extLst>
          </p:cNvPr>
          <p:cNvSpPr/>
          <p:nvPr/>
        </p:nvSpPr>
        <p:spPr>
          <a:xfrm>
            <a:off x="326390" y="660400"/>
            <a:ext cx="1645920" cy="36576"/>
          </a:xfrm>
          <a:prstGeom prst="rect">
            <a:avLst/>
          </a:prstGeom>
          <a:solidFill>
            <a:srgbClr val="0000CD"/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C1F95FC-4142-EA08-3E70-5C51C515DC82}"/>
              </a:ext>
            </a:extLst>
          </p:cNvPr>
          <p:cNvSpPr/>
          <p:nvPr/>
        </p:nvSpPr>
        <p:spPr>
          <a:xfrm>
            <a:off x="640080" y="1188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Most Elastic</a:t>
            </a:r>
            <a:endParaRPr lang="en-US" sz="1500"/>
          </a:p>
        </p:txBody>
      </p:sp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7A65B8AB-8E66-6666-A6DA-76C067FBA6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4449313"/>
              </p:ext>
            </p:extLst>
          </p:nvPr>
        </p:nvGraphicFramePr>
        <p:xfrm>
          <a:off x="640080" y="1600200"/>
          <a:ext cx="5029200" cy="192024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>
                          <a:solidFill>
                            <a:schemeClr val="bg2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SKU</a:t>
                      </a:r>
                      <a:endParaRPr lang="en-US" sz="1800" b="1">
                        <a:solidFill>
                          <a:schemeClr val="bg2"/>
                        </a:solidFill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>
                          <a:solidFill>
                            <a:schemeClr val="bg2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Elasticity</a:t>
                      </a:r>
                      <a:endParaRPr lang="en-US" sz="1800" b="1">
                        <a:solidFill>
                          <a:schemeClr val="bg2"/>
                        </a:solidFill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>
                          <a:solidFill>
                            <a:schemeClr val="bg2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Product</a:t>
                      </a:r>
                      <a:endParaRPr lang="en-US" sz="1800" b="1">
                        <a:solidFill>
                          <a:schemeClr val="bg2"/>
                        </a:solidFill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SKU 19</a:t>
                      </a:r>
                      <a:endParaRPr lang="en-US" sz="1800">
                        <a:solidFill>
                          <a:srgbClr val="FFFFFF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-4.110</a:t>
                      </a:r>
                      <a:endParaRPr lang="en-US" sz="1800">
                        <a:solidFill>
                          <a:srgbClr val="FFFFFF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Streaming sticks</a:t>
                      </a:r>
                      <a:endParaRPr lang="en-US" sz="1800">
                        <a:solidFill>
                          <a:srgbClr val="FFFFFF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SKU 33</a:t>
                      </a:r>
                      <a:endParaRPr lang="en-US" sz="1800">
                        <a:solidFill>
                          <a:srgbClr val="FFFFFF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F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-3.610</a:t>
                      </a:r>
                      <a:endParaRPr lang="en-US" sz="1800">
                        <a:solidFill>
                          <a:srgbClr val="FFFFFF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F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Selfie sticks</a:t>
                      </a:r>
                      <a:endParaRPr lang="en-US" sz="1800">
                        <a:solidFill>
                          <a:srgbClr val="FFFFFF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SKU 30</a:t>
                      </a:r>
                      <a:endParaRPr lang="en-US" sz="1800">
                        <a:solidFill>
                          <a:srgbClr val="FFFFFF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6D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-3.341</a:t>
                      </a:r>
                      <a:endParaRPr lang="en-US" sz="1800">
                        <a:solidFill>
                          <a:srgbClr val="FFFFFF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6D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Mobile phone acc.</a:t>
                      </a:r>
                      <a:endParaRPr lang="en-US" sz="1800">
                        <a:solidFill>
                          <a:srgbClr val="FFFFFF"/>
                        </a:solidFill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6D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SKU 11</a:t>
                      </a:r>
                      <a:endParaRPr lang="en-US" sz="1800">
                        <a:solidFill>
                          <a:srgbClr val="000000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99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-3.285</a:t>
                      </a:r>
                      <a:endParaRPr lang="en-US" sz="1800">
                        <a:solidFill>
                          <a:srgbClr val="000000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99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Streaming sticks</a:t>
                      </a:r>
                      <a:endParaRPr lang="en-US" sz="1800">
                        <a:solidFill>
                          <a:srgbClr val="000000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99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SKU 25</a:t>
                      </a:r>
                      <a:endParaRPr lang="en-US" sz="1800">
                        <a:solidFill>
                          <a:srgbClr val="000000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-2.946</a:t>
                      </a:r>
                      <a:endParaRPr lang="en-US" sz="1800">
                        <a:solidFill>
                          <a:srgbClr val="000000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Selfie sticks</a:t>
                      </a:r>
                      <a:endParaRPr lang="en-US" sz="1800">
                        <a:solidFill>
                          <a:srgbClr val="000000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>
            <a:extLst>
              <a:ext uri="{FF2B5EF4-FFF2-40B4-BE49-F238E27FC236}">
                <a16:creationId xmlns:a16="http://schemas.microsoft.com/office/drawing/2014/main" id="{1A499B5A-995A-0456-1F27-8C8F1F8C4787}"/>
              </a:ext>
            </a:extLst>
          </p:cNvPr>
          <p:cNvSpPr/>
          <p:nvPr/>
        </p:nvSpPr>
        <p:spPr>
          <a:xfrm>
            <a:off x="6309360" y="1188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Least Elastic</a:t>
            </a:r>
            <a:endParaRPr lang="en-US" sz="1500"/>
          </a:p>
        </p:txBody>
      </p:sp>
      <p:graphicFrame>
        <p:nvGraphicFramePr>
          <p:cNvPr id="13" name="Table 1">
            <a:extLst>
              <a:ext uri="{FF2B5EF4-FFF2-40B4-BE49-F238E27FC236}">
                <a16:creationId xmlns:a16="http://schemas.microsoft.com/office/drawing/2014/main" id="{6D1A82B3-2742-423B-AD62-A9F7F660B1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341392"/>
              </p:ext>
            </p:extLst>
          </p:nvPr>
        </p:nvGraphicFramePr>
        <p:xfrm>
          <a:off x="6309360" y="1600200"/>
          <a:ext cx="5029200" cy="192024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>
                          <a:solidFill>
                            <a:schemeClr val="bg2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SKU</a:t>
                      </a:r>
                      <a:endParaRPr lang="en-US" sz="1800" b="1">
                        <a:solidFill>
                          <a:schemeClr val="bg2"/>
                        </a:solidFill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>
                          <a:solidFill>
                            <a:schemeClr val="bg2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Elasticity</a:t>
                      </a:r>
                      <a:endParaRPr lang="en-US" sz="1800" b="1">
                        <a:solidFill>
                          <a:schemeClr val="bg2"/>
                        </a:solidFill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>
                          <a:solidFill>
                            <a:schemeClr val="bg2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Product</a:t>
                      </a:r>
                      <a:endParaRPr lang="en-US" sz="1800" b="1">
                        <a:solidFill>
                          <a:schemeClr val="bg2"/>
                        </a:solidFill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SKU 10</a:t>
                      </a:r>
                      <a:endParaRPr lang="en-US" sz="1800">
                        <a:solidFill>
                          <a:srgbClr val="FFFFFF"/>
                        </a:solidFill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15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+0.040</a:t>
                      </a:r>
                      <a:endParaRPr lang="en-US" sz="1800">
                        <a:solidFill>
                          <a:srgbClr val="FFFFFF"/>
                        </a:solidFill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15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VR headset</a:t>
                      </a:r>
                      <a:endParaRPr lang="en-US" sz="1800">
                        <a:solidFill>
                          <a:srgbClr val="FFFFFF"/>
                        </a:solidFill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15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SKU 37</a:t>
                      </a:r>
                      <a:endParaRPr lang="en-US" sz="1800">
                        <a:solidFill>
                          <a:srgbClr val="FFFFFF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3A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-0.138</a:t>
                      </a:r>
                      <a:endParaRPr lang="en-US" sz="1800">
                        <a:solidFill>
                          <a:srgbClr val="FFFFFF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3A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Selfie sticks</a:t>
                      </a:r>
                      <a:endParaRPr lang="en-US" sz="1800">
                        <a:solidFill>
                          <a:srgbClr val="FFFFFF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3A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SKU 22</a:t>
                      </a:r>
                      <a:endParaRPr lang="en-US" sz="1800">
                        <a:solidFill>
                          <a:srgbClr val="FFFFFF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66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-0.279</a:t>
                      </a:r>
                      <a:endParaRPr lang="en-US" sz="1800">
                        <a:solidFill>
                          <a:srgbClr val="FFFFFF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66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Bluetooth tracker</a:t>
                      </a:r>
                      <a:endParaRPr lang="en-US" sz="1800">
                        <a:solidFill>
                          <a:srgbClr val="FFFFFF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66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D0A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SKU 38</a:t>
                      </a:r>
                      <a:endParaRPr lang="en-US" sz="1800">
                        <a:solidFill>
                          <a:srgbClr val="2D0A1B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93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D0A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-0.405</a:t>
                      </a:r>
                      <a:endParaRPr lang="en-US" sz="1800">
                        <a:solidFill>
                          <a:srgbClr val="2D0A1B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93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D0A1B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Mobile phone acc.</a:t>
                      </a:r>
                      <a:endParaRPr lang="en-US" sz="1800">
                        <a:solidFill>
                          <a:srgbClr val="2D0A1B"/>
                        </a:solidFill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93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D0A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SKU 6</a:t>
                      </a:r>
                      <a:endParaRPr lang="en-US" sz="1800">
                        <a:solidFill>
                          <a:srgbClr val="2D0A1B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4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D0A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-0.520</a:t>
                      </a:r>
                      <a:endParaRPr lang="en-US" sz="1800">
                        <a:solidFill>
                          <a:srgbClr val="2D0A1B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4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D0A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Selfie sticks</a:t>
                      </a:r>
                      <a:endParaRPr lang="en-US" sz="1800">
                        <a:solidFill>
                          <a:srgbClr val="2D0A1B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Shape 7">
            <a:extLst>
              <a:ext uri="{FF2B5EF4-FFF2-40B4-BE49-F238E27FC236}">
                <a16:creationId xmlns:a16="http://schemas.microsoft.com/office/drawing/2014/main" id="{C45DA01B-4B1F-5BA2-FF97-4395E3704371}"/>
              </a:ext>
            </a:extLst>
          </p:cNvPr>
          <p:cNvSpPr/>
          <p:nvPr/>
        </p:nvSpPr>
        <p:spPr>
          <a:xfrm>
            <a:off x="640080" y="3931919"/>
            <a:ext cx="10881360" cy="1241659"/>
          </a:xfrm>
          <a:prstGeom prst="roundRect">
            <a:avLst>
              <a:gd name="adj" fmla="val 4167"/>
            </a:avLst>
          </a:prstGeom>
          <a:solidFill>
            <a:srgbClr val="F0F0FF"/>
          </a:solidFill>
          <a:ln w="10160">
            <a:solidFill>
              <a:srgbClr val="0000CD"/>
            </a:solidFill>
            <a:prstDash val="solid"/>
          </a:ln>
        </p:spPr>
        <p:txBody>
          <a:bodyPr/>
          <a:lstStyle/>
          <a:p>
            <a:endParaRPr lang="en-QA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6D396414-87D0-F2B5-7756-616F56A1F203}"/>
              </a:ext>
            </a:extLst>
          </p:cNvPr>
          <p:cNvSpPr/>
          <p:nvPr/>
        </p:nvSpPr>
        <p:spPr>
          <a:xfrm>
            <a:off x="640080" y="4005072"/>
            <a:ext cx="54864" cy="950976"/>
          </a:xfrm>
          <a:prstGeom prst="rect">
            <a:avLst/>
          </a:prstGeom>
          <a:solidFill>
            <a:srgbClr val="0000CD"/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C92E254B-DE9D-01AC-C44B-E459FE01B341}"/>
              </a:ext>
            </a:extLst>
          </p:cNvPr>
          <p:cNvSpPr/>
          <p:nvPr/>
        </p:nvSpPr>
        <p:spPr>
          <a:xfrm>
            <a:off x="91440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800"/>
          </a:p>
        </p:txBody>
      </p:sp>
      <p:sp>
        <p:nvSpPr>
          <p:cNvPr id="250" name="Page Number"/>
          <p:cNvSpPr txBox="1"/>
          <p:nvPr/>
        </p:nvSpPr>
        <p:spPr>
          <a:xfrm>
            <a:off x="5936613" y="6393180"/>
            <a:ext cx="318770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r>
              <a:rPr lang="en-GB" sz="850" b="1">
                <a:solidFill>
                  <a:srgbClr val="0000CD"/>
                </a:solidFill>
                <a:latin typeface="Arial"/>
              </a:rPr>
              <a:t>16</a:t>
            </a:r>
          </a:p>
        </p:txBody>
      </p:sp>
      <p:sp>
        <p:nvSpPr>
          <p:cNvPr id="5" name="Text 10">
            <a:extLst>
              <a:ext uri="{FF2B5EF4-FFF2-40B4-BE49-F238E27FC236}">
                <a16:creationId xmlns:a16="http://schemas.microsoft.com/office/drawing/2014/main" id="{F6B624F5-F362-5111-4EDF-D5E0AC6D2078}"/>
              </a:ext>
            </a:extLst>
          </p:cNvPr>
          <p:cNvSpPr/>
          <p:nvPr/>
        </p:nvSpPr>
        <p:spPr>
          <a:xfrm>
            <a:off x="914400" y="4315968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Streaming sticks and selfie sticks dominate the </a:t>
            </a:r>
            <a:r>
              <a:rPr lang="en-US" sz="1500" b="1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highly elastic </a:t>
            </a:r>
            <a:r>
              <a:rPr lang="en-US" sz="150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category — commoditized products with many substitutes. VR headsets and Bluetooth trackers are </a:t>
            </a:r>
            <a:r>
              <a:rPr lang="en-US" sz="1500" b="1">
                <a:solidFill>
                  <a:schemeClr val="accent4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inelastic</a:t>
            </a:r>
            <a:r>
              <a:rPr lang="en-US" sz="150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— fewer alternatives and stronger brand loyalty.</a:t>
            </a:r>
            <a:endParaRPr lang="en-US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04649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00CD"/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3" name="Text 1"/>
          <p:cNvSpPr/>
          <p:nvPr/>
        </p:nvSpPr>
        <p:spPr>
          <a:xfrm>
            <a:off x="326390" y="2514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Testing: +10% Price Increase</a:t>
            </a:r>
          </a:p>
        </p:txBody>
      </p:sp>
      <p:sp>
        <p:nvSpPr>
          <p:cNvPr id="7" name="Shape 5"/>
          <p:cNvSpPr/>
          <p:nvPr/>
        </p:nvSpPr>
        <p:spPr>
          <a:xfrm>
            <a:off x="1019556" y="1188720"/>
            <a:ext cx="3017520" cy="1234440"/>
          </a:xfrm>
          <a:prstGeom prst="roundRect">
            <a:avLst>
              <a:gd name="adj" fmla="val 3704"/>
            </a:avLst>
          </a:prstGeom>
          <a:solidFill>
            <a:srgbClr val="FFF0F0"/>
          </a:solidFill>
          <a:ln>
            <a:solidFill>
              <a:schemeClr val="tx2"/>
            </a:solidFill>
          </a:ln>
          <a:effectLst>
            <a:outerShdw blurRad="50800" dist="127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8" name="Text 6"/>
          <p:cNvSpPr/>
          <p:nvPr/>
        </p:nvSpPr>
        <p:spPr>
          <a:xfrm>
            <a:off x="1019556" y="12801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-9.1%</a:t>
            </a:r>
            <a:endParaRPr lang="en-US" sz="3600"/>
          </a:p>
        </p:txBody>
      </p:sp>
      <p:sp>
        <p:nvSpPr>
          <p:cNvPr id="9" name="Text 7"/>
          <p:cNvSpPr/>
          <p:nvPr/>
        </p:nvSpPr>
        <p:spPr>
          <a:xfrm>
            <a:off x="1110996" y="18745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Revenue</a:t>
            </a:r>
            <a:endParaRPr lang="en-US" sz="180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5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800"/>
          </a:p>
        </p:txBody>
      </p:sp>
      <p:sp>
        <p:nvSpPr>
          <p:cNvPr id="10" name="Shape 8"/>
          <p:cNvSpPr/>
          <p:nvPr/>
        </p:nvSpPr>
        <p:spPr>
          <a:xfrm>
            <a:off x="4585716" y="1188720"/>
            <a:ext cx="3017520" cy="1234440"/>
          </a:xfrm>
          <a:prstGeom prst="roundRect">
            <a:avLst>
              <a:gd name="adj" fmla="val 3704"/>
            </a:avLst>
          </a:prstGeom>
          <a:solidFill>
            <a:srgbClr val="F0FFF0"/>
          </a:solidFill>
          <a:ln>
            <a:solidFill>
              <a:schemeClr val="tx2"/>
            </a:solidFill>
          </a:ln>
          <a:effectLst>
            <a:outerShdw blurRad="50800" dist="127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11" name="Text 9"/>
          <p:cNvSpPr/>
          <p:nvPr/>
        </p:nvSpPr>
        <p:spPr>
          <a:xfrm>
            <a:off x="4585716" y="12801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3600"/>
          </a:p>
        </p:txBody>
      </p:sp>
      <p:sp>
        <p:nvSpPr>
          <p:cNvPr id="12" name="Text 10"/>
          <p:cNvSpPr/>
          <p:nvPr/>
        </p:nvSpPr>
        <p:spPr>
          <a:xfrm>
            <a:off x="4677156" y="18745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180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5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Gainers</a:t>
            </a:r>
            <a:endParaRPr lang="en-US" sz="1800"/>
          </a:p>
        </p:txBody>
      </p:sp>
      <p:sp>
        <p:nvSpPr>
          <p:cNvPr id="13" name="Shape 11"/>
          <p:cNvSpPr/>
          <p:nvPr/>
        </p:nvSpPr>
        <p:spPr>
          <a:xfrm>
            <a:off x="8151876" y="1188720"/>
            <a:ext cx="3017520" cy="1234440"/>
          </a:xfrm>
          <a:prstGeom prst="roundRect">
            <a:avLst>
              <a:gd name="adj" fmla="val 3704"/>
            </a:avLst>
          </a:prstGeom>
          <a:solidFill>
            <a:srgbClr val="FFF5F0"/>
          </a:solidFill>
          <a:ln>
            <a:solidFill>
              <a:schemeClr val="tx2"/>
            </a:solidFill>
          </a:ln>
          <a:effectLst>
            <a:outerShdw blurRad="50800" dist="127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14" name="Text 12"/>
          <p:cNvSpPr/>
          <p:nvPr/>
        </p:nvSpPr>
        <p:spPr>
          <a:xfrm>
            <a:off x="8151876" y="12801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3600"/>
          </a:p>
        </p:txBody>
      </p:sp>
      <p:sp>
        <p:nvSpPr>
          <p:cNvPr id="15" name="Text 13"/>
          <p:cNvSpPr/>
          <p:nvPr/>
        </p:nvSpPr>
        <p:spPr>
          <a:xfrm>
            <a:off x="8243316" y="18745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180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5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Losers</a:t>
            </a:r>
            <a:endParaRPr lang="en-US" sz="1800"/>
          </a:p>
        </p:txBody>
      </p:sp>
      <p:sp>
        <p:nvSpPr>
          <p:cNvPr id="16" name="Text 14"/>
          <p:cNvSpPr/>
          <p:nvPr/>
        </p:nvSpPr>
        <p:spPr>
          <a:xfrm>
            <a:off x="640080" y="2606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blanket price increase destroys value. SKU-specific pricing is essential.</a:t>
            </a:r>
            <a:endParaRPr lang="en-US" sz="1800"/>
          </a:p>
        </p:txBody>
      </p:sp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640080" y="3108960"/>
          <a:ext cx="10881360" cy="16154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Scenario</a:t>
                      </a:r>
                      <a:endParaRPr lang="en-US" sz="1400" b="1">
                        <a:solidFill>
                          <a:srgbClr val="FFFFFF"/>
                        </a:solidFill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Most Elastic (SKU 19)</a:t>
                      </a:r>
                      <a:endParaRPr lang="en-US" sz="1400" b="1">
                        <a:solidFill>
                          <a:srgbClr val="FFFFFF"/>
                        </a:solidFill>
                        <a:latin typeface="Arial"/>
                        <a:ea typeface="Arial" charset="0"/>
                        <a:cs typeface="Arial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Demand Change</a:t>
                      </a:r>
                      <a:endParaRPr lang="en-US" sz="1400" b="1">
                        <a:solidFill>
                          <a:srgbClr val="FFFFFF"/>
                        </a:solidFill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Revenue</a:t>
                      </a:r>
                      <a:endParaRPr lang="en-US" sz="1400" b="1">
                        <a:solidFill>
                          <a:srgbClr val="FFFFFF"/>
                        </a:solidFill>
                        <a:latin typeface="Arial"/>
                        <a:ea typeface="Arial" charset="0"/>
                        <a:cs typeface="Arial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Change</a:t>
                      </a:r>
                      <a:endParaRPr lang="en-US" sz="1400" b="1">
                        <a:solidFill>
                          <a:srgbClr val="FFFFFF"/>
                        </a:solidFill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Least Elastic (SKU 10)</a:t>
                      </a:r>
                      <a:endParaRPr lang="en-US" sz="1400" b="1">
                        <a:solidFill>
                          <a:srgbClr val="FFFFFF"/>
                        </a:solidFill>
                        <a:latin typeface="Arial"/>
                        <a:ea typeface="Arial" charset="0"/>
                        <a:cs typeface="Arial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Demand Change</a:t>
                      </a:r>
                      <a:endParaRPr lang="en-US" sz="1400" b="1">
                        <a:solidFill>
                          <a:srgbClr val="FFFFFF"/>
                        </a:solidFill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Revenue</a:t>
                      </a:r>
                      <a:endParaRPr lang="en-US" sz="1400" b="1">
                        <a:solidFill>
                          <a:srgbClr val="FFFFFF"/>
                        </a:solidFill>
                        <a:latin typeface="Arial"/>
                        <a:ea typeface="Arial" charset="0"/>
                        <a:cs typeface="Arial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Change</a:t>
                      </a:r>
                      <a:endParaRPr lang="en-US" sz="1400" b="1">
                        <a:solidFill>
                          <a:srgbClr val="FFFFFF"/>
                        </a:solidFill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0000CD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-10% Price</a:t>
                      </a:r>
                      <a:endParaRPr lang="en-US" sz="1400" b="1">
                        <a:solidFill>
                          <a:srgbClr val="0000CD"/>
                        </a:solidFill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+54.2%</a:t>
                      </a:r>
                      <a:endParaRPr lang="en-US" sz="1400" b="1">
                        <a:solidFill>
                          <a:srgbClr val="FFFFFF"/>
                        </a:solidFill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3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+38.8%</a:t>
                      </a:r>
                      <a:endParaRPr lang="en-US" sz="1400" b="1">
                        <a:solidFill>
                          <a:srgbClr val="FFFFFF"/>
                        </a:solidFill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A2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0">
                          <a:solidFill>
                            <a:srgbClr val="333333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-0.4%</a:t>
                      </a:r>
                      <a:endParaRPr lang="en-US" sz="1400" b="0">
                        <a:solidFill>
                          <a:srgbClr val="333333"/>
                        </a:solidFill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0">
                          <a:solidFill>
                            <a:srgbClr val="333333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-10.4%</a:t>
                      </a:r>
                      <a:endParaRPr lang="en-US" sz="1400" b="0">
                        <a:solidFill>
                          <a:srgbClr val="333333"/>
                        </a:solidFill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E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0000CD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+10% Price</a:t>
                      </a:r>
                      <a:endParaRPr lang="en-US" sz="1400" b="1">
                        <a:solidFill>
                          <a:srgbClr val="0000CD"/>
                        </a:solidFill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-32.4%</a:t>
                      </a:r>
                      <a:endParaRPr lang="en-US" sz="1400" b="1">
                        <a:solidFill>
                          <a:srgbClr val="FFFFFF"/>
                        </a:solidFill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87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333333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-25.7%</a:t>
                      </a:r>
                      <a:endParaRPr lang="en-US" sz="1400" b="1">
                        <a:solidFill>
                          <a:srgbClr val="333333"/>
                        </a:solidFill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D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0">
                          <a:solidFill>
                            <a:srgbClr val="333333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+0.4%</a:t>
                      </a:r>
                      <a:endParaRPr lang="en-US" sz="1400" b="0">
                        <a:solidFill>
                          <a:srgbClr val="333333"/>
                        </a:solidFill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0">
                          <a:solidFill>
                            <a:srgbClr val="333333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+10.4%</a:t>
                      </a:r>
                      <a:endParaRPr lang="en-US" sz="1400" b="0">
                        <a:solidFill>
                          <a:srgbClr val="333333"/>
                        </a:solidFill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B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0000CD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+30% Price</a:t>
                      </a:r>
                      <a:endParaRPr lang="en-US" sz="1400" b="1">
                        <a:solidFill>
                          <a:srgbClr val="0000CD"/>
                        </a:solidFill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-66.0%</a:t>
                      </a:r>
                      <a:endParaRPr lang="en-US" sz="1400" b="1">
                        <a:solidFill>
                          <a:srgbClr val="FFFFFF"/>
                        </a:solidFill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-55.8%</a:t>
                      </a:r>
                      <a:endParaRPr lang="en-US" sz="1400" b="1">
                        <a:solidFill>
                          <a:srgbClr val="FFFFFF"/>
                        </a:solidFill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3B3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0">
                          <a:solidFill>
                            <a:srgbClr val="333333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+1.2%</a:t>
                      </a:r>
                      <a:endParaRPr lang="en-US" sz="1400" b="0">
                        <a:solidFill>
                          <a:srgbClr val="333333"/>
                        </a:solidFill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+31.4%</a:t>
                      </a:r>
                      <a:endParaRPr lang="en-US" sz="1400" b="1">
                        <a:solidFill>
                          <a:srgbClr val="FFFFFF"/>
                        </a:solidFill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1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0" name="Page Number"/>
          <p:cNvSpPr txBox="1"/>
          <p:nvPr/>
        </p:nvSpPr>
        <p:spPr>
          <a:xfrm>
            <a:off x="5936613" y="6393180"/>
            <a:ext cx="318770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r>
              <a:rPr lang="en-GB" sz="850" b="1">
                <a:solidFill>
                  <a:srgbClr val="0000CD"/>
                </a:solidFill>
                <a:latin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844508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6390" y="2514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Promotion: Top 5 SKUs by Incremental Sales</a:t>
            </a:r>
          </a:p>
        </p:txBody>
      </p:sp>
      <p:graphicFrame>
        <p:nvGraphicFramePr>
          <p:cNvPr id="7" name="Chart 0"/>
          <p:cNvGraphicFramePr/>
          <p:nvPr/>
        </p:nvGraphicFramePr>
        <p:xfrm>
          <a:off x="640080" y="1188719"/>
          <a:ext cx="8339328" cy="46711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8778240" y="1672649"/>
            <a:ext cx="3017520" cy="3560533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solidFill>
              <a:schemeClr val="tx2"/>
            </a:solidFill>
          </a:ln>
          <a:effectLst>
            <a:outerShdw blurRad="50800" dist="127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9" name="Shape 6"/>
          <p:cNvSpPr/>
          <p:nvPr/>
        </p:nvSpPr>
        <p:spPr>
          <a:xfrm>
            <a:off x="8778240" y="1901951"/>
            <a:ext cx="45719" cy="3176485"/>
          </a:xfrm>
          <a:prstGeom prst="rect">
            <a:avLst/>
          </a:prstGeom>
          <a:solidFill>
            <a:srgbClr val="0000CD"/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0" name="Text 7"/>
          <p:cNvSpPr/>
          <p:nvPr/>
        </p:nvSpPr>
        <p:spPr>
          <a:xfrm>
            <a:off x="8979408" y="18288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2400"/>
          </a:p>
        </p:txBody>
      </p:sp>
      <p:sp>
        <p:nvSpPr>
          <p:cNvPr id="11" name="Text 8"/>
          <p:cNvSpPr/>
          <p:nvPr/>
        </p:nvSpPr>
        <p:spPr>
          <a:xfrm>
            <a:off x="8979408" y="2240280"/>
            <a:ext cx="2651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 11 gains +141 units/wk from feature placement alone — no price cut needed.</a:t>
            </a:r>
            <a:endParaRPr lang="en-US" sz="1800"/>
          </a:p>
          <a:p>
            <a:pPr marL="0" indent="0">
              <a:lnSpc>
                <a:spcPct val="120000"/>
              </a:lnSpc>
              <a:buNone/>
            </a:pPr>
            <a:endParaRPr lang="en-US" sz="1800"/>
          </a:p>
          <a:p>
            <a:pPr marL="0" indent="0">
              <a:lnSpc>
                <a:spcPct val="120000"/>
              </a:lnSpc>
              <a:buNone/>
            </a:pPr>
            <a:r>
              <a:rPr lang="en-US" sz="15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by absolute volume impact, not % lift — prioritises business value over statistical artefacts.</a:t>
            </a:r>
            <a:endParaRPr lang="en-US" sz="1800"/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7D11B4C2-C2CC-6162-ED39-2E536C44A35E}"/>
              </a:ext>
            </a:extLst>
          </p:cNvPr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00CD"/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250" name="Page Number"/>
          <p:cNvSpPr txBox="1"/>
          <p:nvPr/>
        </p:nvSpPr>
        <p:spPr>
          <a:xfrm>
            <a:off x="5936613" y="6393180"/>
            <a:ext cx="318770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r>
              <a:rPr lang="en-GB" sz="850" b="1">
                <a:solidFill>
                  <a:srgbClr val="0000CD"/>
                </a:solidFill>
                <a:latin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9337728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00CD"/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3" name="Text 1"/>
          <p:cNvSpPr/>
          <p:nvPr/>
        </p:nvSpPr>
        <p:spPr>
          <a:xfrm>
            <a:off x="326390" y="2514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Managerial Implications</a:t>
            </a:r>
          </a:p>
        </p:txBody>
      </p:sp>
      <p:sp>
        <p:nvSpPr>
          <p:cNvPr id="7" name="Shape 5"/>
          <p:cNvSpPr/>
          <p:nvPr/>
        </p:nvSpPr>
        <p:spPr>
          <a:xfrm>
            <a:off x="640080" y="1280160"/>
            <a:ext cx="525780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8" name="Shape 6"/>
          <p:cNvSpPr/>
          <p:nvPr/>
        </p:nvSpPr>
        <p:spPr>
          <a:xfrm>
            <a:off x="640080" y="1353312"/>
            <a:ext cx="54864" cy="1865376"/>
          </a:xfrm>
          <a:prstGeom prst="rect">
            <a:avLst/>
          </a:prstGeom>
          <a:solidFill>
            <a:srgbClr val="0000CD"/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9" name="Shape 7"/>
          <p:cNvSpPr/>
          <p:nvPr/>
        </p:nvSpPr>
        <p:spPr>
          <a:xfrm>
            <a:off x="868680" y="1508760"/>
            <a:ext cx="502920" cy="502920"/>
          </a:xfrm>
          <a:prstGeom prst="ellipse">
            <a:avLst/>
          </a:prstGeom>
          <a:solidFill>
            <a:srgbClr val="0000CD"/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0" name="Text 8"/>
          <p:cNvSpPr/>
          <p:nvPr/>
        </p:nvSpPr>
        <p:spPr>
          <a:xfrm>
            <a:off x="86868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1554480" y="155448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prices on inelastic SKUs</a:t>
            </a:r>
            <a:endParaRPr lang="en-US" sz="2100"/>
          </a:p>
        </p:txBody>
      </p:sp>
      <p:sp>
        <p:nvSpPr>
          <p:cNvPr id="12" name="Text 10"/>
          <p:cNvSpPr/>
          <p:nvPr/>
        </p:nvSpPr>
        <p:spPr>
          <a:xfrm>
            <a:off x="868680" y="214884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SKUs (27%) have |e| &lt; 1. A 10% increase raises revenue 1–10% per SKU with minimal demand loss.</a:t>
            </a:r>
            <a:endParaRPr lang="en-US" sz="1800">
              <a:solidFill>
                <a:schemeClr val="accent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263640" y="1280160"/>
            <a:ext cx="525780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14" name="Shape 12"/>
          <p:cNvSpPr/>
          <p:nvPr/>
        </p:nvSpPr>
        <p:spPr>
          <a:xfrm>
            <a:off x="6263640" y="1353312"/>
            <a:ext cx="54864" cy="1865376"/>
          </a:xfrm>
          <a:prstGeom prst="rect">
            <a:avLst/>
          </a:prstGeom>
          <a:solidFill>
            <a:srgbClr val="0000CD"/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5" name="Shape 13"/>
          <p:cNvSpPr/>
          <p:nvPr/>
        </p:nvSpPr>
        <p:spPr>
          <a:xfrm>
            <a:off x="6492240" y="1508760"/>
            <a:ext cx="502920" cy="502920"/>
          </a:xfrm>
          <a:prstGeom prst="ellipse">
            <a:avLst/>
          </a:prstGeom>
          <a:solidFill>
            <a:srgbClr val="0000CD"/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6" name="Text 14"/>
          <p:cNvSpPr/>
          <p:nvPr/>
        </p:nvSpPr>
        <p:spPr>
          <a:xfrm>
            <a:off x="64922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7178040" y="155448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elastic SKUs</a:t>
            </a:r>
            <a:endParaRPr lang="en-US" sz="2100"/>
          </a:p>
        </p:txBody>
      </p:sp>
      <p:sp>
        <p:nvSpPr>
          <p:cNvPr id="18" name="Text 16"/>
          <p:cNvSpPr/>
          <p:nvPr/>
        </p:nvSpPr>
        <p:spPr>
          <a:xfrm>
            <a:off x="6492240" y="214884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16 highly elastic SKUs respond strongly to price decreases. </a:t>
            </a:r>
            <a:endParaRPr lang="en-US" sz="1800">
              <a:solidFill>
                <a:schemeClr val="accent1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0080" y="3566160"/>
            <a:ext cx="525780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20" name="Shape 18"/>
          <p:cNvSpPr/>
          <p:nvPr/>
        </p:nvSpPr>
        <p:spPr>
          <a:xfrm>
            <a:off x="640080" y="3639312"/>
            <a:ext cx="54864" cy="1865376"/>
          </a:xfrm>
          <a:prstGeom prst="rect">
            <a:avLst/>
          </a:prstGeom>
          <a:solidFill>
            <a:srgbClr val="7B68EE"/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21" name="Shape 19"/>
          <p:cNvSpPr/>
          <p:nvPr/>
        </p:nvSpPr>
        <p:spPr>
          <a:xfrm>
            <a:off x="868680" y="3794760"/>
            <a:ext cx="502920" cy="502920"/>
          </a:xfrm>
          <a:prstGeom prst="ellipse">
            <a:avLst/>
          </a:prstGeom>
          <a:solidFill>
            <a:srgbClr val="7B68EE"/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22" name="Text 20"/>
          <p:cNvSpPr/>
          <p:nvPr/>
        </p:nvSpPr>
        <p:spPr>
          <a:xfrm>
            <a:off x="86868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1600"/>
          </a:p>
        </p:txBody>
      </p:sp>
      <p:sp>
        <p:nvSpPr>
          <p:cNvPr id="23" name="Text 21"/>
          <p:cNvSpPr/>
          <p:nvPr/>
        </p:nvSpPr>
        <p:spPr>
          <a:xfrm>
            <a:off x="1554480" y="384048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feature placements strategically</a:t>
            </a:r>
            <a:endParaRPr lang="en-US" sz="2100"/>
          </a:p>
        </p:txBody>
      </p:sp>
      <p:sp>
        <p:nvSpPr>
          <p:cNvPr id="24" name="Text 22"/>
          <p:cNvSpPr/>
          <p:nvPr/>
        </p:nvSpPr>
        <p:spPr>
          <a:xfrm>
            <a:off x="868680" y="443484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Main-page featuring lifts sales 31–246%. A cost-effective alternative to discounting that preserves margins.</a:t>
            </a:r>
            <a:endParaRPr lang="en-US" sz="1800">
              <a:solidFill>
                <a:schemeClr val="accent1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263640" y="3566160"/>
            <a:ext cx="525780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QA"/>
          </a:p>
        </p:txBody>
      </p:sp>
      <p:sp>
        <p:nvSpPr>
          <p:cNvPr id="26" name="Shape 24"/>
          <p:cNvSpPr/>
          <p:nvPr/>
        </p:nvSpPr>
        <p:spPr>
          <a:xfrm>
            <a:off x="6263640" y="3639312"/>
            <a:ext cx="54864" cy="1865376"/>
          </a:xfrm>
          <a:prstGeom prst="rect">
            <a:avLst/>
          </a:prstGeom>
          <a:solidFill>
            <a:srgbClr val="0000CD"/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27" name="Shape 25"/>
          <p:cNvSpPr/>
          <p:nvPr/>
        </p:nvSpPr>
        <p:spPr>
          <a:xfrm>
            <a:off x="6492240" y="3794760"/>
            <a:ext cx="502920" cy="502920"/>
          </a:xfrm>
          <a:prstGeom prst="ellipse">
            <a:avLst/>
          </a:prstGeom>
          <a:solidFill>
            <a:srgbClr val="0000CD"/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28" name="Text 26"/>
          <p:cNvSpPr/>
          <p:nvPr/>
        </p:nvSpPr>
        <p:spPr>
          <a:xfrm>
            <a:off x="649224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600"/>
          </a:p>
        </p:txBody>
      </p:sp>
      <p:sp>
        <p:nvSpPr>
          <p:cNvPr id="29" name="Text 27"/>
          <p:cNvSpPr/>
          <p:nvPr/>
        </p:nvSpPr>
        <p:spPr>
          <a:xfrm>
            <a:off x="7178040" y="384048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 SKU-level pricing</a:t>
            </a:r>
            <a:endParaRPr lang="en-US" sz="2100"/>
          </a:p>
        </p:txBody>
      </p:sp>
      <p:sp>
        <p:nvSpPr>
          <p:cNvPr id="30" name="Text 28"/>
          <p:cNvSpPr/>
          <p:nvPr/>
        </p:nvSpPr>
        <p:spPr>
          <a:xfrm>
            <a:off x="6492240" y="443484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Blanket +10% reduces portfolio revenue by 9.1%. </a:t>
            </a:r>
            <a:endParaRPr lang="en-US" sz="1800">
              <a:solidFill>
                <a:schemeClr val="accent1"/>
              </a:solidFill>
            </a:endParaRPr>
          </a:p>
        </p:txBody>
      </p:sp>
      <p:sp>
        <p:nvSpPr>
          <p:cNvPr id="250" name="Page Number"/>
          <p:cNvSpPr txBox="1"/>
          <p:nvPr/>
        </p:nvSpPr>
        <p:spPr>
          <a:xfrm>
            <a:off x="5936613" y="6393180"/>
            <a:ext cx="318770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r>
              <a:rPr lang="en-GB" sz="850" b="1">
                <a:solidFill>
                  <a:srgbClr val="0000CD"/>
                </a:solidFill>
                <a:latin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646447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6C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B76972-1FAE-2FE4-3EE0-C2B97E729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78281-39C5-07E2-3EAA-AA314AFF35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7411" y="2417400"/>
            <a:ext cx="10312400" cy="1847942"/>
          </a:xfrm>
        </p:spPr>
        <p:txBody>
          <a:bodyPr anchor="b">
            <a:normAutofit/>
          </a:bodyPr>
          <a:lstStyle/>
          <a:p>
            <a:r>
              <a:rPr lang="en-US">
                <a:cs typeface="Arial"/>
              </a:rPr>
              <a:t>Recommendations and Next Steps </a:t>
            </a:r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09CCA46F-473E-7380-18CD-614DEADB9908}"/>
              </a:ext>
            </a:extLst>
          </p:cNvPr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0080"/>
          </a:solidFill>
          <a:ln/>
        </p:spPr>
        <p:txBody>
          <a:bodyPr/>
          <a:lstStyle/>
          <a:p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1538854289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4F674-D976-C379-F19E-3EC33B4AB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FF3C8-C3FC-196A-75CB-ADC1B0CC5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Pricing Strategy — Where to Raise and Where to Lower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24862-9620-D458-936F-38DE1784F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z="850" b="1">
                <a:solidFill>
                  <a:srgbClr val="0000CD"/>
                </a:solidFill>
                <a:latin typeface="Arial"/>
              </a:rPr>
              <a:t>21</a:t>
            </a:r>
          </a:p>
        </p:txBody>
      </p:sp>
      <p:sp>
        <p:nvSpPr>
          <p:cNvPr id="50" name="Left Header"/>
          <p:cNvSpPr/>
          <p:nvPr/>
        </p:nvSpPr>
        <p:spPr>
          <a:xfrm>
            <a:off x="762000" y="1143000"/>
            <a:ext cx="5156200" cy="3556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buNone/>
            </a:pPr>
            <a:r>
              <a:rPr lang="en-GB" sz="1800" b="1">
                <a:solidFill>
                  <a:srgbClr val="0000CD"/>
                </a:solidFill>
                <a:latin typeface="Arial"/>
              </a:rPr>
              <a:t>Elastic SKUs (32) — Lower Price to Grow</a:t>
            </a:r>
          </a:p>
        </p:txBody>
      </p:sp>
      <p:sp>
        <p:nvSpPr>
          <p:cNvPr id="51" name="Left Line"/>
          <p:cNvSpPr/>
          <p:nvPr/>
        </p:nvSpPr>
        <p:spPr>
          <a:xfrm>
            <a:off x="457200" y="1524000"/>
            <a:ext cx="5461000" cy="0"/>
          </a:xfrm>
          <a:prstGeom prst="line">
            <a:avLst/>
          </a:prstGeom>
          <a:ln w="12700">
            <a:solidFill>
              <a:srgbClr val="0000CD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52" name="Left Card"/>
          <p:cNvSpPr/>
          <p:nvPr/>
        </p:nvSpPr>
        <p:spPr>
          <a:xfrm>
            <a:off x="457200" y="1651000"/>
            <a:ext cx="5461000" cy="1651000"/>
          </a:xfrm>
          <a:prstGeom prst="roundRect">
            <a:avLst/>
          </a:prstGeom>
          <a:solidFill>
            <a:srgbClr val="F0F0FA"/>
          </a:solidFill>
          <a:ln w="6350">
            <a:solidFill>
              <a:srgbClr val="D0D0E0"/>
            </a:solidFill>
          </a:ln>
        </p:spPr>
        <p:txBody>
          <a:bodyPr lIns="91440" tIns="45720" rIns="91440" bIns="45720" anchor="t"/>
          <a:lstStyle/>
          <a:p>
            <a:pPr algn="l">
              <a:buNone/>
            </a:pPr>
            <a:r>
              <a:rPr lang="en-GB" sz="1800" b="1">
                <a:solidFill>
                  <a:schemeClr val="tx2"/>
                </a:solidFill>
                <a:latin typeface="Arial"/>
              </a:rPr>
              <a:t>Strategy</a:t>
            </a:r>
          </a:p>
          <a:p>
            <a:pPr algn="l">
              <a:buNone/>
            </a:pPr>
            <a:endParaRPr lang="en-GB" sz="1800" b="1">
              <a:solidFill>
                <a:schemeClr val="tx2"/>
              </a:solidFill>
              <a:latin typeface="Arial"/>
            </a:endParaRPr>
          </a:p>
          <a:p>
            <a:pPr algn="l">
              <a:buNone/>
            </a:pPr>
            <a:r>
              <a:rPr lang="en-GB" sz="1400">
                <a:solidFill>
                  <a:srgbClr val="444444"/>
                </a:solidFill>
                <a:latin typeface="Arial"/>
              </a:rPr>
              <a:t>Targeted price reductions of 3–5% drive proportionally larger demand gains. Volume increases more than offset the per-unit revenue reduction.</a:t>
            </a:r>
          </a:p>
        </p:txBody>
      </p:sp>
      <p:sp>
        <p:nvSpPr>
          <p:cNvPr id="53" name="L Metric Avg elasticity"/>
          <p:cNvSpPr/>
          <p:nvPr/>
        </p:nvSpPr>
        <p:spPr>
          <a:xfrm>
            <a:off x="457200" y="3429000"/>
            <a:ext cx="2667000" cy="685800"/>
          </a:xfrm>
          <a:prstGeom prst="roundRect">
            <a:avLst/>
          </a:prstGeom>
          <a:solidFill>
            <a:srgbClr val="E8E8FF"/>
          </a:solidFill>
          <a:ln w="6350">
            <a:solidFill>
              <a:srgbClr val="0000CD"/>
            </a:solidFill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GB" sz="2000" b="1">
                <a:solidFill>
                  <a:srgbClr val="0000CD"/>
                </a:solidFill>
                <a:latin typeface="Arial"/>
              </a:rPr>
              <a:t>−1.72</a:t>
            </a:r>
          </a:p>
          <a:p>
            <a:pPr algn="ctr">
              <a:buNone/>
            </a:pPr>
            <a:r>
              <a:rPr lang="en-GB" sz="1400">
                <a:solidFill>
                  <a:srgbClr val="666666"/>
                </a:solidFill>
                <a:latin typeface="Arial"/>
              </a:rPr>
              <a:t>Avg elasticity</a:t>
            </a:r>
          </a:p>
        </p:txBody>
      </p:sp>
      <p:sp>
        <p:nvSpPr>
          <p:cNvPr id="54" name="L Metric Most sensitive (SKU 9)"/>
          <p:cNvSpPr/>
          <p:nvPr/>
        </p:nvSpPr>
        <p:spPr>
          <a:xfrm>
            <a:off x="3251200" y="3429000"/>
            <a:ext cx="2667000" cy="685800"/>
          </a:xfrm>
          <a:prstGeom prst="roundRect">
            <a:avLst/>
          </a:prstGeom>
          <a:solidFill>
            <a:srgbClr val="E8E8FF"/>
          </a:solidFill>
          <a:ln w="6350">
            <a:solidFill>
              <a:srgbClr val="0000CD"/>
            </a:solidFill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GB" sz="2000" b="1">
                <a:solidFill>
                  <a:srgbClr val="0000CD"/>
                </a:solidFill>
                <a:latin typeface="Arial"/>
              </a:rPr>
              <a:t>−4.07</a:t>
            </a:r>
          </a:p>
          <a:p>
            <a:pPr algn="ctr">
              <a:buNone/>
            </a:pPr>
            <a:r>
              <a:rPr lang="en-GB" sz="1400">
                <a:solidFill>
                  <a:srgbClr val="666666"/>
                </a:solidFill>
                <a:latin typeface="Arial"/>
              </a:rPr>
              <a:t>Most sensitive (SKU 9)</a:t>
            </a:r>
          </a:p>
        </p:txBody>
      </p:sp>
      <p:sp>
        <p:nvSpPr>
          <p:cNvPr id="60" name="Right Header"/>
          <p:cNvSpPr/>
          <p:nvPr/>
        </p:nvSpPr>
        <p:spPr>
          <a:xfrm>
            <a:off x="6477000" y="1143000"/>
            <a:ext cx="5156200" cy="3556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buNone/>
            </a:pPr>
            <a:r>
              <a:rPr lang="en-GB" sz="1800" b="1">
                <a:solidFill>
                  <a:srgbClr val="EE82EE"/>
                </a:solidFill>
                <a:latin typeface="Arial"/>
              </a:rPr>
              <a:t>Inelastic SKUs (12) — Raise Price Safely</a:t>
            </a:r>
          </a:p>
        </p:txBody>
      </p:sp>
      <p:sp>
        <p:nvSpPr>
          <p:cNvPr id="61" name="Right Line"/>
          <p:cNvSpPr/>
          <p:nvPr/>
        </p:nvSpPr>
        <p:spPr>
          <a:xfrm flipV="1">
            <a:off x="6172200" y="1498600"/>
            <a:ext cx="5461000" cy="25400"/>
          </a:xfrm>
          <a:prstGeom prst="line">
            <a:avLst/>
          </a:prstGeom>
          <a:ln w="12700">
            <a:solidFill>
              <a:srgbClr val="EE82EE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62" name="Right Card"/>
          <p:cNvSpPr/>
          <p:nvPr/>
        </p:nvSpPr>
        <p:spPr>
          <a:xfrm>
            <a:off x="6172200" y="1651000"/>
            <a:ext cx="5461000" cy="1651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rgbClr val="EE82EE"/>
            </a:solidFill>
          </a:ln>
        </p:spPr>
        <p:txBody>
          <a:bodyPr lIns="91440" tIns="45720" rIns="91440" bIns="45720" anchor="t"/>
          <a:lstStyle/>
          <a:p>
            <a:pPr algn="l">
              <a:buNone/>
            </a:pPr>
            <a:r>
              <a:rPr lang="en-GB" sz="1800" b="1">
                <a:solidFill>
                  <a:srgbClr val="C71585"/>
                </a:solidFill>
                <a:latin typeface="Arial"/>
              </a:rPr>
              <a:t>Strategy</a:t>
            </a:r>
          </a:p>
          <a:p>
            <a:pPr algn="l">
              <a:buNone/>
            </a:pPr>
            <a:endParaRPr lang="en-GB" sz="1800" b="1">
              <a:solidFill>
                <a:srgbClr val="C71585"/>
              </a:solidFill>
              <a:latin typeface="Arial"/>
            </a:endParaRPr>
          </a:p>
          <a:p>
            <a:pPr algn="l">
              <a:buNone/>
            </a:pPr>
            <a:r>
              <a:rPr lang="en-GB" sz="1400">
                <a:solidFill>
                  <a:srgbClr val="444444"/>
                </a:solidFill>
                <a:latin typeface="Arial"/>
              </a:rPr>
              <a:t>Price increases of 5–10% have minimal demand impact. Revenue grows directly from higher margins with negligible volume loss.</a:t>
            </a:r>
          </a:p>
        </p:txBody>
      </p:sp>
      <p:sp>
        <p:nvSpPr>
          <p:cNvPr id="63" name="R Metric Least sensitive (SKU 41)"/>
          <p:cNvSpPr/>
          <p:nvPr/>
        </p:nvSpPr>
        <p:spPr>
          <a:xfrm>
            <a:off x="6172200" y="3429000"/>
            <a:ext cx="2667000" cy="6858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rgbClr val="EE82EE"/>
            </a:solidFill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GB" sz="2000" b="1">
                <a:solidFill>
                  <a:srgbClr val="C71585"/>
                </a:solidFill>
                <a:latin typeface="Arial"/>
              </a:rPr>
              <a:t>−0.37</a:t>
            </a:r>
          </a:p>
          <a:p>
            <a:pPr algn="ctr">
              <a:buNone/>
            </a:pPr>
            <a:r>
              <a:rPr lang="en-GB" sz="1400">
                <a:solidFill>
                  <a:srgbClr val="666666"/>
                </a:solidFill>
                <a:latin typeface="Arial"/>
              </a:rPr>
              <a:t>Least sensitive (SKU 41)</a:t>
            </a:r>
          </a:p>
        </p:txBody>
      </p:sp>
      <p:sp>
        <p:nvSpPr>
          <p:cNvPr id="64" name="R Metric SKUs safe to raise"/>
          <p:cNvSpPr/>
          <p:nvPr/>
        </p:nvSpPr>
        <p:spPr>
          <a:xfrm>
            <a:off x="8966200" y="3429000"/>
            <a:ext cx="2667000" cy="6858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rgbClr val="EE82EE"/>
            </a:solidFill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GB" sz="2000" b="1">
                <a:solidFill>
                  <a:srgbClr val="C71585"/>
                </a:solidFill>
                <a:latin typeface="Arial"/>
              </a:rPr>
              <a:t>12</a:t>
            </a:r>
          </a:p>
          <a:p>
            <a:pPr algn="ctr">
              <a:buNone/>
            </a:pPr>
            <a:r>
              <a:rPr lang="en-GB" sz="1400">
                <a:solidFill>
                  <a:srgbClr val="666666"/>
                </a:solidFill>
                <a:latin typeface="Arial"/>
              </a:rPr>
              <a:t>SKUs safe to raise</a:t>
            </a:r>
          </a:p>
        </p:txBody>
      </p:sp>
      <p:sp>
        <p:nvSpPr>
          <p:cNvPr id="70" name="Insight Bar"/>
          <p:cNvSpPr/>
          <p:nvPr/>
        </p:nvSpPr>
        <p:spPr>
          <a:xfrm>
            <a:off x="965200" y="4318000"/>
            <a:ext cx="10668000" cy="7112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accent1"/>
            </a:solidFill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GB" sz="1600" b="1">
                <a:solidFill>
                  <a:srgbClr val="0000CD"/>
                </a:solidFill>
                <a:latin typeface="Arial"/>
              </a:rPr>
              <a:t xml:space="preserve">Key Insight: </a:t>
            </a:r>
            <a:r>
              <a:rPr lang="en-GB" sz="1600">
                <a:solidFill>
                  <a:srgbClr val="444444"/>
                </a:solidFill>
                <a:latin typeface="Arial"/>
              </a:rPr>
              <a:t>Tailored pricing across the 44-SKU portfolio can increase total revenue by optimising each product's position on its demand curve</a:t>
            </a:r>
          </a:p>
        </p:txBody>
      </p:sp>
      <p:sp>
        <p:nvSpPr>
          <p:cNvPr id="80" name="Action 01"/>
          <p:cNvSpPr/>
          <p:nvPr/>
        </p:nvSpPr>
        <p:spPr>
          <a:xfrm>
            <a:off x="457200" y="5207000"/>
            <a:ext cx="3619500" cy="6604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buNone/>
            </a:pPr>
            <a:r>
              <a:rPr lang="en-GB" sz="1800" b="1">
                <a:solidFill>
                  <a:srgbClr val="0000CD"/>
                </a:solidFill>
                <a:latin typeface="Arial"/>
              </a:rPr>
              <a:t xml:space="preserve">01  </a:t>
            </a:r>
            <a:r>
              <a:rPr lang="en-GB" sz="1400">
                <a:solidFill>
                  <a:srgbClr val="444444"/>
                </a:solidFill>
                <a:latin typeface="Arial"/>
              </a:rPr>
              <a:t>Lower prices on high-elasticity products to capture volume</a:t>
            </a:r>
            <a:endParaRPr lang="en-GB" sz="1600">
              <a:solidFill>
                <a:srgbClr val="444444"/>
              </a:solidFill>
              <a:latin typeface="Arial"/>
            </a:endParaRPr>
          </a:p>
        </p:txBody>
      </p:sp>
      <p:sp>
        <p:nvSpPr>
          <p:cNvPr id="81" name="Action 02"/>
          <p:cNvSpPr/>
          <p:nvPr/>
        </p:nvSpPr>
        <p:spPr>
          <a:xfrm>
            <a:off x="4229100" y="5207000"/>
            <a:ext cx="3619500" cy="6604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buNone/>
            </a:pPr>
            <a:r>
              <a:rPr lang="en-GB" sz="1800" b="1">
                <a:solidFill>
                  <a:srgbClr val="0000CD"/>
                </a:solidFill>
                <a:latin typeface="Arial"/>
              </a:rPr>
              <a:t xml:space="preserve">02  </a:t>
            </a:r>
            <a:r>
              <a:rPr lang="en-GB" sz="1400">
                <a:solidFill>
                  <a:srgbClr val="444444"/>
                </a:solidFill>
                <a:latin typeface="Arial"/>
              </a:rPr>
              <a:t>Raise prices on inelastic products to improve margins</a:t>
            </a:r>
            <a:endParaRPr lang="en-GB" sz="1600">
              <a:solidFill>
                <a:srgbClr val="444444"/>
              </a:solidFill>
              <a:latin typeface="Arial"/>
            </a:endParaRPr>
          </a:p>
        </p:txBody>
      </p:sp>
      <p:sp>
        <p:nvSpPr>
          <p:cNvPr id="82" name="Action 03"/>
          <p:cNvSpPr/>
          <p:nvPr/>
        </p:nvSpPr>
        <p:spPr>
          <a:xfrm>
            <a:off x="8013700" y="5207000"/>
            <a:ext cx="3619500" cy="6604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buNone/>
            </a:pPr>
            <a:r>
              <a:rPr lang="en-GB" sz="1800" b="1">
                <a:solidFill>
                  <a:srgbClr val="0000CD"/>
                </a:solidFill>
                <a:latin typeface="Arial"/>
              </a:rPr>
              <a:t xml:space="preserve">03  </a:t>
            </a:r>
            <a:r>
              <a:rPr lang="en-GB" sz="1400">
                <a:solidFill>
                  <a:srgbClr val="444444"/>
                </a:solidFill>
                <a:latin typeface="Arial"/>
              </a:rPr>
              <a:t>Combine with promo data to time price changes optimally</a:t>
            </a:r>
            <a:endParaRPr lang="en-GB" sz="1600">
              <a:solidFill>
                <a:srgbClr val="444444"/>
              </a:solidFill>
              <a:latin typeface="Arial"/>
            </a:endParaRPr>
          </a:p>
        </p:txBody>
      </p:sp>
      <p:pic>
        <p:nvPicPr>
          <p:cNvPr id="83" name="Graphic 8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168400"/>
            <a:ext cx="254000" cy="254000"/>
          </a:xfrm>
          <a:prstGeom prst="rect">
            <a:avLst/>
          </a:prstGeom>
        </p:spPr>
      </p:pic>
      <p:pic>
        <p:nvPicPr>
          <p:cNvPr id="84" name="Graphic 8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2200" y="1168400"/>
            <a:ext cx="254000" cy="254000"/>
          </a:xfrm>
          <a:prstGeom prst="rect">
            <a:avLst/>
          </a:prstGeom>
        </p:spPr>
      </p:pic>
      <p:pic>
        <p:nvPicPr>
          <p:cNvPr id="85" name="Graphic 8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9191" y="4470399"/>
            <a:ext cx="414409" cy="414409"/>
          </a:xfrm>
          <a:prstGeom prst="rect">
            <a:avLst/>
          </a:prstGeom>
        </p:spPr>
      </p:pic>
      <p:sp>
        <p:nvSpPr>
          <p:cNvPr id="9" name="Shape 0">
            <a:extLst>
              <a:ext uri="{FF2B5EF4-FFF2-40B4-BE49-F238E27FC236}">
                <a16:creationId xmlns:a16="http://schemas.microsoft.com/office/drawing/2014/main" id="{50378D10-DBD9-BB19-09D6-F2975733D338}"/>
              </a:ext>
            </a:extLst>
          </p:cNvPr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0080"/>
          </a:solidFill>
          <a:ln/>
        </p:spPr>
        <p:txBody>
          <a:bodyPr/>
          <a:lstStyle/>
          <a:p>
            <a:endParaRPr lang="en-Q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F86371-7FFB-3CC4-38F4-FFD49FCA7AA9}"/>
              </a:ext>
            </a:extLst>
          </p:cNvPr>
          <p:cNvSpPr txBox="1"/>
          <p:nvPr/>
        </p:nvSpPr>
        <p:spPr>
          <a:xfrm>
            <a:off x="6330462" y="1308295"/>
            <a:ext cx="0" cy="0"/>
          </a:xfrm>
          <a:prstGeom prst="rect">
            <a:avLst/>
          </a:prstGeom>
          <a:solidFill>
            <a:srgbClr val="C71585"/>
          </a:solidFill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857F90-D898-1436-FC24-7214720FB9AF}"/>
              </a:ext>
            </a:extLst>
          </p:cNvPr>
          <p:cNvSpPr txBox="1"/>
          <p:nvPr/>
        </p:nvSpPr>
        <p:spPr>
          <a:xfrm>
            <a:off x="6291532" y="1259457"/>
            <a:ext cx="0" cy="0"/>
          </a:xfrm>
          <a:prstGeom prst="rect">
            <a:avLst/>
          </a:prstGeom>
          <a:solidFill>
            <a:srgbClr val="C71585"/>
          </a:solidFill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EF2969-65B6-A410-DA73-DF73BAD93AAE}"/>
              </a:ext>
            </a:extLst>
          </p:cNvPr>
          <p:cNvSpPr txBox="1"/>
          <p:nvPr/>
        </p:nvSpPr>
        <p:spPr>
          <a:xfrm>
            <a:off x="6303408" y="1206575"/>
            <a:ext cx="0" cy="0"/>
          </a:xfrm>
          <a:prstGeom prst="rect">
            <a:avLst/>
          </a:prstGeom>
          <a:solidFill>
            <a:srgbClr val="C71585"/>
          </a:solidFill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9583C3-A394-1500-3BC7-D8D0D211C9EA}"/>
              </a:ext>
            </a:extLst>
          </p:cNvPr>
          <p:cNvSpPr txBox="1"/>
          <p:nvPr/>
        </p:nvSpPr>
        <p:spPr>
          <a:xfrm>
            <a:off x="6076161" y="139594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endParaRPr lang="en-US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7329684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98F0E-D901-1CD3-3168-7519137D0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/>
              <a:t>Key Takeaways &amp; Next Steps</a:t>
            </a:r>
            <a:endParaRPr lang="en-US" sz="2400">
              <a:cs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CAF08-A19C-CA9B-2227-8B29B82C1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z="850" b="1">
                <a:solidFill>
                  <a:srgbClr val="0000CD"/>
                </a:solidFill>
                <a:latin typeface="Arial"/>
              </a:rPr>
              <a:t>22</a:t>
            </a:r>
          </a:p>
        </p:txBody>
      </p:sp>
      <p:sp>
        <p:nvSpPr>
          <p:cNvPr id="50" name="Card Demand Forecasting"/>
          <p:cNvSpPr/>
          <p:nvPr/>
        </p:nvSpPr>
        <p:spPr>
          <a:xfrm>
            <a:off x="457200" y="1143000"/>
            <a:ext cx="3556000" cy="35560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E8E8E8"/>
            </a:solidFill>
          </a:ln>
        </p:spPr>
        <p:txBody>
          <a:bodyPr lIns="91440" tIns="45720" rIns="91440" bIns="45720" anchor="t"/>
          <a:lstStyle/>
          <a:p>
            <a:endParaRPr lang="en-GB"/>
          </a:p>
        </p:txBody>
      </p:sp>
      <p:sp>
        <p:nvSpPr>
          <p:cNvPr id="51" name="Accent Demand Forecasting"/>
          <p:cNvSpPr/>
          <p:nvPr/>
        </p:nvSpPr>
        <p:spPr>
          <a:xfrm>
            <a:off x="457200" y="1143000"/>
            <a:ext cx="3556000" cy="63500"/>
          </a:xfrm>
          <a:prstGeom prst="rect">
            <a:avLst/>
          </a:prstGeom>
          <a:solidFill>
            <a:srgbClr val="0000CD"/>
          </a:solidFill>
          <a:ln>
            <a:noFill/>
          </a:ln>
        </p:spPr>
        <p:txBody>
          <a:bodyPr lIns="91440" tIns="45720" rIns="91440" bIns="45720" anchor="t"/>
          <a:lstStyle/>
          <a:p>
            <a:endParaRPr lang="en-GB"/>
          </a:p>
        </p:txBody>
      </p:sp>
      <p:sp>
        <p:nvSpPr>
          <p:cNvPr id="52" name="Metric Demand Forecasting"/>
          <p:cNvSpPr/>
          <p:nvPr/>
        </p:nvSpPr>
        <p:spPr>
          <a:xfrm>
            <a:off x="647700" y="1346200"/>
            <a:ext cx="3175000" cy="5588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buNone/>
            </a:pPr>
            <a:r>
              <a:rPr lang="en-GB" sz="3200" b="1">
                <a:solidFill>
                  <a:srgbClr val="0000CD"/>
                </a:solidFill>
                <a:latin typeface="Arial"/>
              </a:rPr>
              <a:t>4 - 6 weeks</a:t>
            </a:r>
          </a:p>
        </p:txBody>
      </p:sp>
      <p:sp>
        <p:nvSpPr>
          <p:cNvPr id="53" name="MetricLbl Demand Forecasting"/>
          <p:cNvSpPr/>
          <p:nvPr/>
        </p:nvSpPr>
        <p:spPr>
          <a:xfrm>
            <a:off x="647700" y="1955800"/>
            <a:ext cx="3175000" cy="254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buNone/>
            </a:pPr>
            <a:r>
              <a:rPr lang="en-GB" sz="1500">
                <a:solidFill>
                  <a:srgbClr val="666666"/>
                </a:solidFill>
                <a:latin typeface="Arial"/>
              </a:rPr>
              <a:t>reliable forecast window</a:t>
            </a:r>
          </a:p>
        </p:txBody>
      </p:sp>
      <p:sp>
        <p:nvSpPr>
          <p:cNvPr id="54" name="Div Demand Forecasting"/>
          <p:cNvSpPr/>
          <p:nvPr/>
        </p:nvSpPr>
        <p:spPr>
          <a:xfrm>
            <a:off x="647700" y="2286000"/>
            <a:ext cx="317500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55" name="Hdr Demand Forecasting"/>
          <p:cNvSpPr/>
          <p:nvPr/>
        </p:nvSpPr>
        <p:spPr>
          <a:xfrm>
            <a:off x="647700" y="2387600"/>
            <a:ext cx="3175000" cy="3048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buNone/>
            </a:pPr>
            <a:r>
              <a:rPr lang="en-GB" sz="1500" b="1">
                <a:solidFill>
                  <a:schemeClr val="accent1"/>
                </a:solidFill>
                <a:latin typeface="Arial"/>
              </a:rPr>
              <a:t>Demand Forecasting</a:t>
            </a:r>
          </a:p>
        </p:txBody>
      </p:sp>
      <p:sp>
        <p:nvSpPr>
          <p:cNvPr id="56" name="Body Demand Forecasting"/>
          <p:cNvSpPr/>
          <p:nvPr/>
        </p:nvSpPr>
        <p:spPr>
          <a:xfrm>
            <a:off x="647700" y="2717800"/>
            <a:ext cx="3175000" cy="1778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buNone/>
            </a:pPr>
            <a:r>
              <a:rPr lang="en-GB" sz="1600">
                <a:solidFill>
                  <a:srgbClr val="444444"/>
                </a:solidFill>
                <a:latin typeface="Arial"/>
              </a:rPr>
              <a:t>RF and MLP outperform linear models. 4–6 weeks forecasts highly reliable; confidence widens beyond 8 weeks.</a:t>
            </a:r>
          </a:p>
        </p:txBody>
      </p:sp>
      <p:sp>
        <p:nvSpPr>
          <p:cNvPr id="60" name="Card Promotion Effectiveness"/>
          <p:cNvSpPr/>
          <p:nvPr/>
        </p:nvSpPr>
        <p:spPr>
          <a:xfrm>
            <a:off x="4191000" y="1143000"/>
            <a:ext cx="3556000" cy="35560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E8E8E8"/>
            </a:solidFill>
          </a:ln>
        </p:spPr>
        <p:txBody>
          <a:bodyPr lIns="91440" tIns="45720" rIns="91440" bIns="45720" anchor="t"/>
          <a:lstStyle/>
          <a:p>
            <a:endParaRPr lang="en-GB"/>
          </a:p>
        </p:txBody>
      </p:sp>
      <p:sp>
        <p:nvSpPr>
          <p:cNvPr id="61" name="Accent Promotion Effectiveness"/>
          <p:cNvSpPr/>
          <p:nvPr/>
        </p:nvSpPr>
        <p:spPr>
          <a:xfrm>
            <a:off x="4191000" y="1143000"/>
            <a:ext cx="3556000" cy="63500"/>
          </a:xfrm>
          <a:prstGeom prst="rect">
            <a:avLst/>
          </a:prstGeom>
          <a:solidFill>
            <a:srgbClr val="0000CD"/>
          </a:solidFill>
          <a:ln>
            <a:noFill/>
          </a:ln>
        </p:spPr>
        <p:txBody>
          <a:bodyPr lIns="91440" tIns="45720" rIns="91440" bIns="45720" anchor="t"/>
          <a:lstStyle/>
          <a:p>
            <a:endParaRPr lang="en-GB"/>
          </a:p>
        </p:txBody>
      </p:sp>
      <p:sp>
        <p:nvSpPr>
          <p:cNvPr id="62" name="Metric Promotion Effectiveness"/>
          <p:cNvSpPr/>
          <p:nvPr/>
        </p:nvSpPr>
        <p:spPr>
          <a:xfrm>
            <a:off x="4381500" y="1346200"/>
            <a:ext cx="3175000" cy="5588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buNone/>
            </a:pPr>
            <a:r>
              <a:rPr lang="en-GB" sz="3200" b="1">
                <a:solidFill>
                  <a:srgbClr val="0000CD"/>
                </a:solidFill>
                <a:latin typeface="Arial"/>
              </a:rPr>
              <a:t>15</a:t>
            </a:r>
          </a:p>
        </p:txBody>
      </p:sp>
      <p:sp>
        <p:nvSpPr>
          <p:cNvPr id="63" name="MetricLbl Promotion Effectiveness"/>
          <p:cNvSpPr/>
          <p:nvPr/>
        </p:nvSpPr>
        <p:spPr>
          <a:xfrm>
            <a:off x="4381500" y="1955800"/>
            <a:ext cx="3175000" cy="254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buNone/>
            </a:pPr>
            <a:r>
              <a:rPr lang="en-GB" sz="1500">
                <a:solidFill>
                  <a:srgbClr val="666666"/>
                </a:solidFill>
                <a:latin typeface="Arial"/>
              </a:rPr>
              <a:t>SKUs with significant lift</a:t>
            </a:r>
          </a:p>
        </p:txBody>
      </p:sp>
      <p:sp>
        <p:nvSpPr>
          <p:cNvPr id="64" name="Div Promotion Effectiveness"/>
          <p:cNvSpPr/>
          <p:nvPr/>
        </p:nvSpPr>
        <p:spPr>
          <a:xfrm>
            <a:off x="4381500" y="2286000"/>
            <a:ext cx="317500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65" name="Hdr Promotion Effectiveness"/>
          <p:cNvSpPr/>
          <p:nvPr/>
        </p:nvSpPr>
        <p:spPr>
          <a:xfrm>
            <a:off x="4381500" y="2387600"/>
            <a:ext cx="3175000" cy="3048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buNone/>
            </a:pPr>
            <a:r>
              <a:rPr lang="en-GB" sz="1500" b="1">
                <a:solidFill>
                  <a:schemeClr val="accent1"/>
                </a:solidFill>
                <a:latin typeface="Arial"/>
              </a:rPr>
              <a:t>Promotion Effectiveness</a:t>
            </a:r>
          </a:p>
        </p:txBody>
      </p:sp>
      <p:sp>
        <p:nvSpPr>
          <p:cNvPr id="66" name="Body Promotion Effectiveness"/>
          <p:cNvSpPr/>
          <p:nvPr/>
        </p:nvSpPr>
        <p:spPr>
          <a:xfrm>
            <a:off x="4381500" y="2717800"/>
            <a:ext cx="3175000" cy="1778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buNone/>
            </a:pPr>
            <a:r>
              <a:rPr lang="en-GB" sz="1600">
                <a:solidFill>
                  <a:srgbClr val="444444"/>
                </a:solidFill>
                <a:latin typeface="Arial"/>
              </a:rPr>
              <a:t>Feature promotions significantly boost 15 SKUs. Concentrate promo budget on top responders; reallocate from inconclusive SKUs.</a:t>
            </a:r>
          </a:p>
        </p:txBody>
      </p:sp>
      <p:sp>
        <p:nvSpPr>
          <p:cNvPr id="70" name="Card Price Elasticity"/>
          <p:cNvSpPr/>
          <p:nvPr/>
        </p:nvSpPr>
        <p:spPr>
          <a:xfrm>
            <a:off x="7924800" y="1143000"/>
            <a:ext cx="3556000" cy="35560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E8E8E8"/>
            </a:solidFill>
          </a:ln>
        </p:spPr>
        <p:txBody>
          <a:bodyPr lIns="91440" tIns="45720" rIns="91440" bIns="45720" anchor="t"/>
          <a:lstStyle/>
          <a:p>
            <a:endParaRPr lang="en-GB"/>
          </a:p>
        </p:txBody>
      </p:sp>
      <p:sp>
        <p:nvSpPr>
          <p:cNvPr id="71" name="Accent Price Elasticity"/>
          <p:cNvSpPr/>
          <p:nvPr/>
        </p:nvSpPr>
        <p:spPr>
          <a:xfrm>
            <a:off x="7924800" y="1143000"/>
            <a:ext cx="3556000" cy="63500"/>
          </a:xfrm>
          <a:prstGeom prst="rect">
            <a:avLst/>
          </a:prstGeom>
          <a:solidFill>
            <a:srgbClr val="0000CD"/>
          </a:solidFill>
          <a:ln>
            <a:noFill/>
          </a:ln>
        </p:spPr>
        <p:txBody>
          <a:bodyPr lIns="91440" tIns="45720" rIns="91440" bIns="45720" anchor="t"/>
          <a:lstStyle/>
          <a:p>
            <a:endParaRPr lang="en-GB"/>
          </a:p>
        </p:txBody>
      </p:sp>
      <p:sp>
        <p:nvSpPr>
          <p:cNvPr id="72" name="Metric Price Elasticity"/>
          <p:cNvSpPr/>
          <p:nvPr/>
        </p:nvSpPr>
        <p:spPr>
          <a:xfrm>
            <a:off x="8115300" y="1346200"/>
            <a:ext cx="3175000" cy="5588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buNone/>
            </a:pPr>
            <a:r>
              <a:rPr lang="en-GB" sz="3200" b="1">
                <a:solidFill>
                  <a:srgbClr val="0000CD"/>
                </a:solidFill>
                <a:latin typeface="Arial"/>
              </a:rPr>
              <a:t>32/12</a:t>
            </a:r>
          </a:p>
        </p:txBody>
      </p:sp>
      <p:sp>
        <p:nvSpPr>
          <p:cNvPr id="73" name="MetricLbl Price Elasticity"/>
          <p:cNvSpPr/>
          <p:nvPr/>
        </p:nvSpPr>
        <p:spPr>
          <a:xfrm>
            <a:off x="8115300" y="1955800"/>
            <a:ext cx="3175000" cy="254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buNone/>
            </a:pPr>
            <a:r>
              <a:rPr lang="en-GB" sz="1500">
                <a:solidFill>
                  <a:srgbClr val="666666"/>
                </a:solidFill>
                <a:latin typeface="Arial"/>
              </a:rPr>
              <a:t>elastic vs. inelastic SKUs</a:t>
            </a:r>
          </a:p>
        </p:txBody>
      </p:sp>
      <p:sp>
        <p:nvSpPr>
          <p:cNvPr id="74" name="Div Price Elasticity"/>
          <p:cNvSpPr/>
          <p:nvPr/>
        </p:nvSpPr>
        <p:spPr>
          <a:xfrm>
            <a:off x="8115300" y="2286000"/>
            <a:ext cx="317500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75" name="Hdr Price Elasticity"/>
          <p:cNvSpPr/>
          <p:nvPr/>
        </p:nvSpPr>
        <p:spPr>
          <a:xfrm>
            <a:off x="8115300" y="2387600"/>
            <a:ext cx="3175000" cy="3048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buNone/>
            </a:pPr>
            <a:r>
              <a:rPr lang="en-GB" sz="1500" b="1">
                <a:solidFill>
                  <a:schemeClr val="accent1"/>
                </a:solidFill>
                <a:latin typeface="Arial"/>
              </a:rPr>
              <a:t>Price Elasticity</a:t>
            </a:r>
          </a:p>
        </p:txBody>
      </p:sp>
      <p:sp>
        <p:nvSpPr>
          <p:cNvPr id="76" name="Body Price Elasticity"/>
          <p:cNvSpPr/>
          <p:nvPr/>
        </p:nvSpPr>
        <p:spPr>
          <a:xfrm>
            <a:off x="8115300" y="2717800"/>
            <a:ext cx="3175000" cy="1778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buNone/>
            </a:pPr>
            <a:r>
              <a:rPr lang="en-GB" sz="1600">
                <a:solidFill>
                  <a:srgbClr val="444444"/>
                </a:solidFill>
                <a:latin typeface="Arial"/>
              </a:rPr>
              <a:t>32 elastic vs 12 inelastic SKUs. Tailored pricing can grow total revenue without increasing demand risk.</a:t>
            </a:r>
          </a:p>
        </p:txBody>
      </p:sp>
      <p:sp>
        <p:nvSpPr>
          <p:cNvPr id="80" name="Next Steps Card"/>
          <p:cNvSpPr/>
          <p:nvPr/>
        </p:nvSpPr>
        <p:spPr>
          <a:xfrm>
            <a:off x="389300" y="4495800"/>
            <a:ext cx="11155000" cy="1498600"/>
          </a:xfrm>
          <a:prstGeom prst="roundRect">
            <a:avLst/>
          </a:prstGeom>
          <a:solidFill>
            <a:schemeClr val="accent1"/>
          </a:solidFill>
          <a:ln w="12700">
            <a:solidFill>
              <a:srgbClr val="0000CD"/>
            </a:solidFill>
          </a:ln>
        </p:spPr>
        <p:txBody>
          <a:bodyPr lIns="91440" tIns="45720" rIns="91440" bIns="45720" anchor="t"/>
          <a:lstStyle/>
          <a:p>
            <a:endParaRPr lang="en-GB"/>
          </a:p>
        </p:txBody>
      </p:sp>
      <p:sp>
        <p:nvSpPr>
          <p:cNvPr id="81" name="NS Header"/>
          <p:cNvSpPr/>
          <p:nvPr/>
        </p:nvSpPr>
        <p:spPr>
          <a:xfrm>
            <a:off x="647699" y="4616450"/>
            <a:ext cx="5877791" cy="481852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buNone/>
            </a:pPr>
            <a:r>
              <a:rPr lang="en-GB" sz="2400" b="1">
                <a:solidFill>
                  <a:schemeClr val="accent6">
                    <a:lumMod val="50000"/>
                    <a:lumOff val="50000"/>
                  </a:schemeClr>
                </a:solidFill>
                <a:latin typeface="Arial"/>
              </a:rPr>
              <a:t>Future Recommendations</a:t>
            </a:r>
          </a:p>
        </p:txBody>
      </p:sp>
      <p:sp>
        <p:nvSpPr>
          <p:cNvPr id="82" name="NS Item 1"/>
          <p:cNvSpPr/>
          <p:nvPr/>
        </p:nvSpPr>
        <p:spPr>
          <a:xfrm>
            <a:off x="647700" y="5207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buNone/>
            </a:pPr>
            <a:r>
              <a:rPr lang="en-GB" sz="1400" b="1">
                <a:solidFill>
                  <a:schemeClr val="accent6">
                    <a:lumMod val="50000"/>
                    <a:lumOff val="50000"/>
                  </a:schemeClr>
                </a:solidFill>
                <a:latin typeface="Arial"/>
              </a:rPr>
              <a:t>Integrate real-time sales data for live forecasting</a:t>
            </a:r>
          </a:p>
        </p:txBody>
      </p:sp>
      <p:sp>
        <p:nvSpPr>
          <p:cNvPr id="83" name="NS Item 2"/>
          <p:cNvSpPr/>
          <p:nvPr/>
        </p:nvSpPr>
        <p:spPr>
          <a:xfrm>
            <a:off x="3289300" y="5207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buNone/>
            </a:pPr>
            <a:r>
              <a:rPr lang="en-GB" sz="1400" b="1">
                <a:solidFill>
                  <a:schemeClr val="accent6">
                    <a:lumMod val="50000"/>
                    <a:lumOff val="50000"/>
                  </a:schemeClr>
                </a:solidFill>
                <a:latin typeface="Arial"/>
              </a:rPr>
              <a:t>A/B test recommended pricing strategies</a:t>
            </a:r>
          </a:p>
        </p:txBody>
      </p:sp>
      <p:sp>
        <p:nvSpPr>
          <p:cNvPr id="84" name="NS Item 3"/>
          <p:cNvSpPr/>
          <p:nvPr/>
        </p:nvSpPr>
        <p:spPr>
          <a:xfrm>
            <a:off x="5930900" y="5207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buNone/>
            </a:pPr>
            <a:r>
              <a:rPr lang="en-GB" sz="1400" b="1">
                <a:solidFill>
                  <a:schemeClr val="accent6">
                    <a:lumMod val="50000"/>
                    <a:lumOff val="50000"/>
                  </a:schemeClr>
                </a:solidFill>
                <a:latin typeface="Arial"/>
              </a:rPr>
              <a:t>Explore cross-SKU cannibalisation effects</a:t>
            </a:r>
          </a:p>
        </p:txBody>
      </p:sp>
      <p:sp>
        <p:nvSpPr>
          <p:cNvPr id="85" name="NS Item 4"/>
          <p:cNvSpPr/>
          <p:nvPr/>
        </p:nvSpPr>
        <p:spPr>
          <a:xfrm>
            <a:off x="8572500" y="5207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buNone/>
            </a:pPr>
            <a:r>
              <a:rPr lang="en-GB" sz="1400" b="1">
                <a:solidFill>
                  <a:schemeClr val="accent6">
                    <a:lumMod val="50000"/>
                    <a:lumOff val="50000"/>
                  </a:schemeClr>
                </a:solidFill>
                <a:latin typeface="Arial"/>
              </a:rPr>
              <a:t>Extend promo model to test different promo types</a:t>
            </a:r>
          </a:p>
        </p:txBody>
      </p:sp>
      <p:pic>
        <p:nvPicPr>
          <p:cNvPr id="86" name="Graphic 8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1782" y="693544"/>
            <a:ext cx="436756" cy="436756"/>
          </a:xfrm>
          <a:prstGeom prst="rect">
            <a:avLst/>
          </a:prstGeom>
        </p:spPr>
      </p:pic>
      <p:pic>
        <p:nvPicPr>
          <p:cNvPr id="87" name="Graphic 8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1000" y="680844"/>
            <a:ext cx="436756" cy="436756"/>
          </a:xfrm>
          <a:prstGeom prst="rect">
            <a:avLst/>
          </a:prstGeom>
        </p:spPr>
      </p:pic>
      <p:pic>
        <p:nvPicPr>
          <p:cNvPr id="88" name="Graphic 8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24800" y="680844"/>
            <a:ext cx="436756" cy="436756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8945B463-D73D-FFA9-D9BE-F4FC6A186451}"/>
              </a:ext>
            </a:extLst>
          </p:cNvPr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0080"/>
          </a:solidFill>
          <a:ln/>
        </p:spPr>
        <p:txBody>
          <a:bodyPr/>
          <a:lstStyle/>
          <a:p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1312565579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A46A2-DBFF-736E-B945-BC6FE91D55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5D47E060-E7CB-9314-C122-8544B4538E54}"/>
              </a:ext>
            </a:extLst>
          </p:cNvPr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0080"/>
          </a:solidFill>
          <a:ln/>
        </p:spPr>
        <p:txBody>
          <a:bodyPr/>
          <a:lstStyle/>
          <a:p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4097681129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ICL PPT Theme">
  <a:themeElements>
    <a:clrScheme name="Imperial colour theme">
      <a:dk1>
        <a:sysClr val="windowText" lastClr="000000"/>
      </a:dk1>
      <a:lt1>
        <a:sysClr val="window" lastClr="FFFFFF"/>
      </a:lt1>
      <a:dk2>
        <a:srgbClr val="000080"/>
      </a:dk2>
      <a:lt2>
        <a:srgbClr val="F5F5F5"/>
      </a:lt2>
      <a:accent1>
        <a:srgbClr val="0000CD"/>
      </a:accent1>
      <a:accent2>
        <a:srgbClr val="C71585"/>
      </a:accent2>
      <a:accent3>
        <a:srgbClr val="7B68EE"/>
      </a:accent3>
      <a:accent4>
        <a:srgbClr val="FF0000"/>
      </a:accent4>
      <a:accent5>
        <a:srgbClr val="FF4500"/>
      </a:accent5>
      <a:accent6>
        <a:srgbClr val="006400"/>
      </a:accent6>
      <a:hlink>
        <a:srgbClr val="000080"/>
      </a:hlink>
      <a:folHlink>
        <a:srgbClr val="C71585"/>
      </a:folHlink>
    </a:clrScheme>
    <a:fontScheme name="Imperial College Standard Font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105000"/>
          </a:lnSpc>
          <a:defRPr sz="1600" dirty="0">
            <a:solidFill>
              <a:schemeClr val="tx1"/>
            </a:solidFill>
          </a:defRPr>
        </a:defPPr>
      </a:lstStyle>
    </a:txDef>
  </a:objectDefaults>
  <a:extraClrSchemeLst/>
  <a:custClrLst>
    <a:custClr name="Dark">
      <a:srgbClr val="232333"/>
    </a:custClr>
    <a:custClr name="Navy">
      <a:srgbClr val="000080"/>
    </a:custClr>
    <a:custClr name="Saddle Brown">
      <a:srgbClr val="8B4513"/>
    </a:custClr>
    <a:custClr name="Teal">
      <a:srgbClr val="008080"/>
    </a:custClr>
    <a:custClr name="Medium Violet Red">
      <a:srgbClr val="C71585"/>
    </a:custClr>
    <a:custClr name="Indigo">
      <a:srgbClr val="4B0082"/>
    </a:custClr>
    <a:custClr name="Crimson">
      <a:srgbClr val="DC143C"/>
    </a:custClr>
    <a:custClr name="Orange Red">
      <a:srgbClr val="FF4500"/>
    </a:custClr>
    <a:custClr name="Dark Green">
      <a:srgbClr val="006400"/>
    </a:custClr>
    <a:custClr>
      <a:srgbClr val="FFFFFF"/>
    </a:custClr>
    <a:custClr name="Slate Grey">
      <a:srgbClr val="708090"/>
    </a:custClr>
    <a:custClr name="Imperial Blue">
      <a:srgbClr val="0000CD"/>
    </a:custClr>
    <a:custClr name="Yellow">
      <a:srgbClr val="FFFF00"/>
    </a:custClr>
    <a:custClr name="Turquoise">
      <a:srgbClr val="40E0D0"/>
    </a:custClr>
    <a:custClr name="Violet">
      <a:srgbClr val="EE82EE"/>
    </a:custClr>
    <a:custClr name="Medium Blue Slate">
      <a:srgbClr val="7B68EE"/>
    </a:custClr>
    <a:custClr name="Red">
      <a:srgbClr val="FF0000"/>
    </a:custClr>
    <a:custClr name="Dark Orange">
      <a:srgbClr val="FF8C00"/>
    </a:custClr>
    <a:custClr name="Spring Green">
      <a:srgbClr val="00FF7F"/>
    </a:custClr>
    <a:custClr>
      <a:srgbClr val="FFFFFF"/>
    </a:custClr>
    <a:custClr name="White Smoke">
      <a:srgbClr val="F5F5F5"/>
    </a:custClr>
    <a:custClr name="Deep Sky Blue">
      <a:srgbClr val="00BFFF"/>
    </a:custClr>
    <a:custClr name="Khaki">
      <a:srgbClr val="F0E68C"/>
    </a:custClr>
    <a:custClr name="Pale Turquoise">
      <a:srgbClr val="AFEEEE"/>
    </a:custClr>
    <a:custClr name="Light Pink">
      <a:srgbClr val="FFB6C1"/>
    </a:custClr>
    <a:custClr name="Lavender">
      <a:srgbClr val="E6E6FA"/>
    </a:custClr>
    <a:custClr name="Salmon">
      <a:srgbClr val="FA8072"/>
    </a:custClr>
    <a:custClr name="Orange">
      <a:srgbClr val="FFA500"/>
    </a:custClr>
    <a:custClr name="Pale Green">
      <a:srgbClr val="98FB98"/>
    </a:custClr>
  </a:custClrLst>
  <a:extLst>
    <a:ext uri="{05A4C25C-085E-4340-85A3-A5531E510DB2}">
      <thm15:themeFamily xmlns:thm15="http://schemas.microsoft.com/office/thememl/2012/main" name="Arial_Imperial_PowerPoint_16_9_simplified template_with_instrucs" id="{E2003566-CB3B-AF4B-AC63-3C69992DFC2C}" vid="{F435D263-C53D-E44B-AFB4-0237A8A90C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">
      <a:srgbClr val="232333"/>
    </a:custClr>
    <a:custClr name="Navy">
      <a:srgbClr val="000080"/>
    </a:custClr>
    <a:custClr name="Saddle Brown">
      <a:srgbClr val="8B4513"/>
    </a:custClr>
    <a:custClr name="Teal">
      <a:srgbClr val="008080"/>
    </a:custClr>
    <a:custClr name="Medium Violet Red">
      <a:srgbClr val="C71585"/>
    </a:custClr>
    <a:custClr name="Indigo">
      <a:srgbClr val="4B0082"/>
    </a:custClr>
    <a:custClr name="Crimson">
      <a:srgbClr val="DC143C"/>
    </a:custClr>
    <a:custClr name="Orange Red">
      <a:srgbClr val="FF4500"/>
    </a:custClr>
    <a:custClr name="Dark Green">
      <a:srgbClr val="006400"/>
    </a:custClr>
    <a:custClr>
      <a:srgbClr val="FFFFFF"/>
    </a:custClr>
    <a:custClr name="Slate Grey">
      <a:srgbClr val="708090"/>
    </a:custClr>
    <a:custClr name="Imperial Blue">
      <a:srgbClr val="0000CD"/>
    </a:custClr>
    <a:custClr name="Yellow">
      <a:srgbClr val="FFFF00"/>
    </a:custClr>
    <a:custClr name="Turquoise">
      <a:srgbClr val="40E0D0"/>
    </a:custClr>
    <a:custClr name="Violet">
      <a:srgbClr val="EE82EE"/>
    </a:custClr>
    <a:custClr name="Medium Blue Slate">
      <a:srgbClr val="7B68EE"/>
    </a:custClr>
    <a:custClr name="Red">
      <a:srgbClr val="FF0000"/>
    </a:custClr>
    <a:custClr name="Dark Orange">
      <a:srgbClr val="FF8C00"/>
    </a:custClr>
    <a:custClr name="Spring Green">
      <a:srgbClr val="00FF7F"/>
    </a:custClr>
    <a:custClr>
      <a:srgbClr val="FFFFFF"/>
    </a:custClr>
    <a:custClr name="White Smoke">
      <a:srgbClr val="F5F5F5"/>
    </a:custClr>
    <a:custClr name="Deep Sky Blue">
      <a:srgbClr val="00BFFF"/>
    </a:custClr>
    <a:custClr name="Khaki">
      <a:srgbClr val="F0E68C"/>
    </a:custClr>
    <a:custClr name="Pale Turquoise">
      <a:srgbClr val="AFEEEE"/>
    </a:custClr>
    <a:custClr name="Light Pink">
      <a:srgbClr val="FFB6C1"/>
    </a:custClr>
    <a:custClr name="Lavender">
      <a:srgbClr val="E6E6FA"/>
    </a:custClr>
    <a:custClr name="Salmon">
      <a:srgbClr val="FA8072"/>
    </a:custClr>
    <a:custClr name="Orange">
      <a:srgbClr val="FFA500"/>
    </a:custClr>
    <a:custClr name="Pale Green">
      <a:srgbClr val="98FB9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?>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258BCFA-62C3-2F49-BED2-F3C81370C59A}">
  <we:reference id="wa200010001" version="1.0.0.1" store="en-US" storeType="OMEX"/>
  <we:alternateReferences>
    <we:reference id="wa200010001" version="1.0.0.1" store="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d1e2927-7a8e-4755-b112-de5aaecc1c06">
      <Terms xmlns="http://schemas.microsoft.com/office/infopath/2007/PartnerControls"/>
    </lcf76f155ced4ddcb4097134ff3c332f>
    <TaxCatchAll xmlns="d0201ca7-26fa-426c-b12d-c4c6e5857dc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99AEDE06C8B0342A6C4D20B29F8488E" ma:contentTypeVersion="16" ma:contentTypeDescription="Create a new document." ma:contentTypeScope="" ma:versionID="a4578b94c4c0df5c4f162bb3027c7c05">
  <xsd:schema xmlns:xsd="http://www.w3.org/2001/XMLSchema" xmlns:xs="http://www.w3.org/2001/XMLSchema" xmlns:p="http://schemas.microsoft.com/office/2006/metadata/properties" xmlns:ns2="6d1e2927-7a8e-4755-b112-de5aaecc1c06" xmlns:ns3="df1ede62-d5df-40e3-a8ec-fa53b1631612" xmlns:ns4="d0201ca7-26fa-426c-b12d-c4c6e5857dcc" targetNamespace="http://schemas.microsoft.com/office/2006/metadata/properties" ma:root="true" ma:fieldsID="8c51cfd87b0abe227219b0f2986567bc" ns2:_="" ns3:_="" ns4:_="">
    <xsd:import namespace="6d1e2927-7a8e-4755-b112-de5aaecc1c06"/>
    <xsd:import namespace="df1ede62-d5df-40e3-a8ec-fa53b1631612"/>
    <xsd:import namespace="d0201ca7-26fa-426c-b12d-c4c6e5857dc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1e2927-7a8e-4755-b112-de5aaecc1c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74661dae-d6df-48fc-a54e-a577d2899e9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1ede62-d5df-40e3-a8ec-fa53b163161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201ca7-26fa-426c-b12d-c4c6e5857dcc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04698054-6ef3-4a0a-8632-c02544f20d65}" ma:internalName="TaxCatchAll" ma:showField="CatchAllData" ma:web="d0201ca7-26fa-426c-b12d-c4c6e5857d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7BB4C6-127E-40DB-83D0-BAD626190316}">
  <ds:schemaRefs>
    <ds:schemaRef ds:uri="6d1e2927-7a8e-4755-b112-de5aaecc1c06"/>
    <ds:schemaRef ds:uri="d0201ca7-26fa-426c-b12d-c4c6e5857dcc"/>
    <ds:schemaRef ds:uri="df1ede62-d5df-40e3-a8ec-fa53b163161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BCC2720-3352-404F-8526-0437378EE58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6D8D580-1CFD-4A82-B403-D3A047B3EECB}">
  <ds:schemaRefs>
    <ds:schemaRef ds:uri="6d1e2927-7a8e-4755-b112-de5aaecc1c06"/>
    <ds:schemaRef ds:uri="d0201ca7-26fa-426c-b12d-c4c6e5857dcc"/>
    <ds:schemaRef ds:uri="df1ede62-d5df-40e3-a8ec-fa53b163161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1441</Words>
  <Application>Microsoft Macintosh PowerPoint</Application>
  <PresentationFormat>Widescreen</PresentationFormat>
  <Paragraphs>335</Paragraphs>
  <Slides>22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Inter Medium</vt:lpstr>
      <vt:lpstr>Arial</vt:lpstr>
      <vt:lpstr>Calibri</vt:lpstr>
      <vt:lpstr>ICL PPT Theme</vt:lpstr>
      <vt:lpstr>Marketing Analytics Dashboard</vt:lpstr>
      <vt:lpstr>Agenda</vt:lpstr>
      <vt:lpstr>Pricing + Promotion Strategy Drivers</vt:lpstr>
      <vt:lpstr>How the Dashboard Works</vt:lpstr>
      <vt:lpstr>Dashboard:</vt:lpstr>
      <vt:lpstr>Demand Forecasting — 3 Competing Models per SKU</vt:lpstr>
      <vt:lpstr>Demand Forecasting — Forecast Detail</vt:lpstr>
      <vt:lpstr>Dashboard: </vt:lpstr>
      <vt:lpstr>Do Promotions Work? Measuring the Sales Lift</vt:lpstr>
      <vt:lpstr>Promotion Strategy — Invest or Cut?</vt:lpstr>
      <vt:lpstr>Dashboard: 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Recommendations and Next Steps </vt:lpstr>
      <vt:lpstr>Pricing Strategy — Where to Raise and Where to Lower</vt:lpstr>
      <vt:lpstr>Key Takeaways &amp; Next Steps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Analytics Dashboard</dc:title>
  <dc:creator>Parkins, Charlotte A</dc:creator>
  <cp:lastModifiedBy>Lim, Edward K</cp:lastModifiedBy>
  <cp:revision>1</cp:revision>
  <dcterms:created xsi:type="dcterms:W3CDTF">2025-05-29T16:21:08Z</dcterms:created>
  <dcterms:modified xsi:type="dcterms:W3CDTF">2026-03-29T15:40:13Z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0x010100D99AEDE06C8B0342A6C4D20B29F8488E</vt:lpwstr>
  </property>
</Properties>
</file>